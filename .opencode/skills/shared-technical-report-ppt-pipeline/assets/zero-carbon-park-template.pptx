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8"/>
  </p:handoutMasterIdLst>
  <p:sldIdLst>
    <p:sldId id="3571" r:id="rId4"/>
    <p:sldId id="15740" r:id="rId6"/>
    <p:sldId id="15722" r:id="rId7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 政策背景" id="{3F4AE40D-75F0-44F9-8E4F-BC742BFEB642}">
          <p14:sldIdLst>
            <p14:sldId id="3571"/>
            <p14:sldId id="15740"/>
            <p14:sldId id="1572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40" userDrawn="1">
          <p15:clr>
            <a:srgbClr val="A4A3A4"/>
          </p15:clr>
        </p15:guide>
        <p15:guide id="3" pos="5717" userDrawn="1">
          <p15:clr>
            <a:srgbClr val="A4A3A4"/>
          </p15:clr>
        </p15:guide>
        <p15:guide id="4" pos="7464" userDrawn="1">
          <p15:clr>
            <a:srgbClr val="A4A3A4"/>
          </p15:clr>
        </p15:guide>
        <p15:guide id="5" orient="horz" pos="3816" userDrawn="1">
          <p15:clr>
            <a:srgbClr val="A4A3A4"/>
          </p15:clr>
        </p15:guide>
        <p15:guide id="6" orient="horz" pos="893" userDrawn="1">
          <p15:clr>
            <a:srgbClr val="A4A3A4"/>
          </p15:clr>
        </p15:guide>
        <p15:guide id="7" orient="horz" pos="368" userDrawn="1">
          <p15:clr>
            <a:srgbClr val="A4A3A4"/>
          </p15:clr>
        </p15:guide>
        <p15:guide id="8" orient="horz" pos="170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1" clrIdx="0"/>
  <p:cmAuthor id="1" name="2018302653@qq.com" initials="2" lastIdx="1" clrIdx="0"/>
  <p:cmAuthor id="2" name="作者" initials="A" lastIdx="0" clrIdx="1"/>
  <p:cmAuthor id="3" name="13613" initials="1" lastIdx="2" clrIdx="2"/>
  <p:cmAuthor id="4" name="CEPRI-0592" initials="" lastIdx="1" clrIdx="3"/>
  <p:cmAuthor id="5" name="Administrator" initials="" lastIdx="2" clrIdx="4"/>
  <p:cmAuthor id="6" name="ZLU" initials="Z" lastIdx="16" clrIdx="5"/>
  <p:cmAuthor id="7" name="li penghua" initials="lp" lastIdx="1" clrIdx="6"/>
  <p:cmAuthor id="8" name="Li Haozhi" initials="LH" lastIdx="1" clrIdx="7"/>
  <p:cmAuthor id="9" name="吴冠男" initials="吴" lastIdx="1" clrIdx="8"/>
  <p:cmAuthor id="10" name="wu wenchuan" initials="ww" lastIdx="5" clrIdx="9"/>
  <p:cmAuthor id="11" name="sduzyp" initials="s" lastIdx="3" clrIdx="10"/>
  <p:cmAuthor id="12" name=" " initials="" lastIdx="6" clrIdx="11"/>
  <p:cmAuthor id="13" name="眀昊" initials="眀昊" lastIdx="1" clrIdx="1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918C"/>
    <a:srgbClr val="005E4C"/>
    <a:srgbClr val="006F69"/>
    <a:srgbClr val="80B2AE"/>
    <a:srgbClr val="004C3E"/>
    <a:srgbClr val="ECF4F2"/>
    <a:srgbClr val="CBAD82"/>
    <a:srgbClr val="E5ECF6"/>
    <a:srgbClr val="7F6135"/>
    <a:srgbClr val="F9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04" autoAdjust="0"/>
    <p:restoredTop sz="95806" autoAdjust="0"/>
  </p:normalViewPr>
  <p:slideViewPr>
    <p:cSldViewPr snapToGrid="0" showGuides="1">
      <p:cViewPr varScale="1">
        <p:scale>
          <a:sx n="133" d="100"/>
          <a:sy n="133" d="100"/>
        </p:scale>
        <p:origin x="99" y="823"/>
      </p:cViewPr>
      <p:guideLst>
        <p:guide orient="horz" pos="940"/>
        <p:guide pos="5717"/>
        <p:guide pos="7464"/>
        <p:guide orient="horz" pos="3816"/>
        <p:guide orient="horz" pos="893"/>
        <p:guide orient="horz" pos="368"/>
        <p:guide orient="horz" pos="170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6" d="100"/>
          <a:sy n="126" d="100"/>
        </p:scale>
        <p:origin x="3219" y="7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gs" Target="tags/tag9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08553-1107-4CF1-A421-DF212E9327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9B026-FBC5-424B-8A44-3B8337F09F5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619B026-FBC5-424B-8A44-3B8337F09F5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9B026-FBC5-424B-8A44-3B8337F09F5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7AE7C59-90A8-4BA7-A36B-54E6A5BC46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D01FC6B-4376-4F0A-9CBA-ADA87D9D4C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F7AE7C59-90A8-4BA7-A36B-54E6A5BC46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D01FC6B-4376-4F0A-9CBA-ADA87D9D4CD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/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矩形 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8000">
                <a:schemeClr val="bg1"/>
              </a:gs>
              <a:gs pos="99000">
                <a:schemeClr val="bg1">
                  <a:alpha val="9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0" y="754806"/>
            <a:ext cx="12192000" cy="60386"/>
          </a:xfrm>
          <a:prstGeom prst="rect">
            <a:avLst/>
          </a:prstGeom>
          <a:solidFill>
            <a:srgbClr val="00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892378" y="728199"/>
            <a:ext cx="317297" cy="113601"/>
            <a:chOff x="762152" y="627393"/>
            <a:chExt cx="491706" cy="163902"/>
          </a:xfrm>
        </p:grpSpPr>
        <p:sp>
          <p:nvSpPr>
            <p:cNvPr id="21" name="箭头: V 形 20"/>
            <p:cNvSpPr/>
            <p:nvPr userDrawn="1"/>
          </p:nvSpPr>
          <p:spPr>
            <a:xfrm>
              <a:off x="762152" y="627393"/>
              <a:ext cx="163902" cy="163902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" name="箭头: V 形 21"/>
            <p:cNvSpPr/>
            <p:nvPr userDrawn="1"/>
          </p:nvSpPr>
          <p:spPr>
            <a:xfrm>
              <a:off x="926054" y="627393"/>
              <a:ext cx="163902" cy="163902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" name="箭头: V 形 22"/>
            <p:cNvSpPr/>
            <p:nvPr userDrawn="1"/>
          </p:nvSpPr>
          <p:spPr>
            <a:xfrm>
              <a:off x="1089956" y="627393"/>
              <a:ext cx="163902" cy="163902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>
            <a:off x="158320" y="120083"/>
            <a:ext cx="527480" cy="522871"/>
            <a:chOff x="127363" y="139887"/>
            <a:chExt cx="562285" cy="557372"/>
          </a:xfrm>
        </p:grpSpPr>
        <p:sp>
          <p:nvSpPr>
            <p:cNvPr id="25" name="矩形 24"/>
            <p:cNvSpPr/>
            <p:nvPr/>
          </p:nvSpPr>
          <p:spPr>
            <a:xfrm>
              <a:off x="232036" y="139887"/>
              <a:ext cx="360000" cy="360000"/>
            </a:xfrm>
            <a:prstGeom prst="rect">
              <a:avLst/>
            </a:prstGeom>
            <a:solidFill>
              <a:srgbClr val="006F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/>
            </a:p>
          </p:txBody>
        </p:sp>
        <p:sp>
          <p:nvSpPr>
            <p:cNvPr id="26" name="矩形 25"/>
            <p:cNvSpPr/>
            <p:nvPr/>
          </p:nvSpPr>
          <p:spPr>
            <a:xfrm>
              <a:off x="542048" y="550302"/>
              <a:ext cx="147600" cy="146957"/>
            </a:xfrm>
            <a:prstGeom prst="rect">
              <a:avLst/>
            </a:prstGeom>
            <a:solidFill>
              <a:srgbClr val="006F69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/>
            </a:p>
          </p:txBody>
        </p:sp>
        <p:sp>
          <p:nvSpPr>
            <p:cNvPr id="27" name="矩形 26"/>
            <p:cNvSpPr/>
            <p:nvPr/>
          </p:nvSpPr>
          <p:spPr>
            <a:xfrm>
              <a:off x="127363" y="263781"/>
              <a:ext cx="360000" cy="360000"/>
            </a:xfrm>
            <a:prstGeom prst="rect">
              <a:avLst/>
            </a:prstGeom>
            <a:solidFill>
              <a:srgbClr val="FC9804">
                <a:alpha val="47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矩形 27"/>
          <p:cNvSpPr/>
          <p:nvPr userDrawn="1"/>
        </p:nvSpPr>
        <p:spPr>
          <a:xfrm>
            <a:off x="0" y="6341494"/>
            <a:ext cx="12192000" cy="516506"/>
          </a:xfrm>
          <a:prstGeom prst="rect">
            <a:avLst/>
          </a:prstGeom>
          <a:gradFill>
            <a:gsLst>
              <a:gs pos="0">
                <a:srgbClr val="006F69">
                  <a:alpha val="0"/>
                </a:srgbClr>
              </a:gs>
              <a:gs pos="99000">
                <a:srgbClr val="006F6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/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矩形 1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8000">
                <a:schemeClr val="bg1"/>
              </a:gs>
              <a:gs pos="99000">
                <a:schemeClr val="bg1">
                  <a:alpha val="9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0" y="754806"/>
            <a:ext cx="12192000" cy="60386"/>
          </a:xfrm>
          <a:prstGeom prst="rect">
            <a:avLst/>
          </a:prstGeom>
          <a:solidFill>
            <a:srgbClr val="006F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20" name="组合 19"/>
          <p:cNvGrpSpPr/>
          <p:nvPr userDrawn="1"/>
        </p:nvGrpSpPr>
        <p:grpSpPr>
          <a:xfrm>
            <a:off x="892378" y="728199"/>
            <a:ext cx="317297" cy="113601"/>
            <a:chOff x="762152" y="627393"/>
            <a:chExt cx="491706" cy="163902"/>
          </a:xfrm>
        </p:grpSpPr>
        <p:sp>
          <p:nvSpPr>
            <p:cNvPr id="21" name="箭头: V 形 20"/>
            <p:cNvSpPr/>
            <p:nvPr userDrawn="1"/>
          </p:nvSpPr>
          <p:spPr>
            <a:xfrm>
              <a:off x="762152" y="627393"/>
              <a:ext cx="163902" cy="163902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2" name="箭头: V 形 21"/>
            <p:cNvSpPr/>
            <p:nvPr userDrawn="1"/>
          </p:nvSpPr>
          <p:spPr>
            <a:xfrm>
              <a:off x="926054" y="627393"/>
              <a:ext cx="163902" cy="163902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</a:endParaRPr>
            </a:p>
          </p:txBody>
        </p:sp>
        <p:sp>
          <p:nvSpPr>
            <p:cNvPr id="23" name="箭头: V 形 22"/>
            <p:cNvSpPr/>
            <p:nvPr userDrawn="1"/>
          </p:nvSpPr>
          <p:spPr>
            <a:xfrm>
              <a:off x="1089956" y="627393"/>
              <a:ext cx="163902" cy="163902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>
            <a:off x="158320" y="120083"/>
            <a:ext cx="527480" cy="522871"/>
            <a:chOff x="127363" y="139887"/>
            <a:chExt cx="562285" cy="557372"/>
          </a:xfrm>
        </p:grpSpPr>
        <p:sp>
          <p:nvSpPr>
            <p:cNvPr id="25" name="矩形 24"/>
            <p:cNvSpPr/>
            <p:nvPr/>
          </p:nvSpPr>
          <p:spPr>
            <a:xfrm>
              <a:off x="232036" y="139887"/>
              <a:ext cx="360000" cy="360000"/>
            </a:xfrm>
            <a:prstGeom prst="rect">
              <a:avLst/>
            </a:prstGeom>
            <a:solidFill>
              <a:srgbClr val="006F6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/>
            </a:p>
          </p:txBody>
        </p:sp>
        <p:sp>
          <p:nvSpPr>
            <p:cNvPr id="26" name="矩形 25"/>
            <p:cNvSpPr/>
            <p:nvPr/>
          </p:nvSpPr>
          <p:spPr>
            <a:xfrm>
              <a:off x="542048" y="550302"/>
              <a:ext cx="147600" cy="146957"/>
            </a:xfrm>
            <a:prstGeom prst="rect">
              <a:avLst/>
            </a:prstGeom>
            <a:solidFill>
              <a:srgbClr val="006F69">
                <a:alpha val="2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5"/>
            </a:p>
          </p:txBody>
        </p:sp>
        <p:sp>
          <p:nvSpPr>
            <p:cNvPr id="27" name="矩形 26"/>
            <p:cNvSpPr/>
            <p:nvPr/>
          </p:nvSpPr>
          <p:spPr>
            <a:xfrm>
              <a:off x="127363" y="263781"/>
              <a:ext cx="360000" cy="360000"/>
            </a:xfrm>
            <a:prstGeom prst="rect">
              <a:avLst/>
            </a:prstGeom>
            <a:solidFill>
              <a:srgbClr val="FC9804">
                <a:alpha val="47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R="0" lvl="0" indent="0" algn="ctr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</p:grpSp>
      <p:sp>
        <p:nvSpPr>
          <p:cNvPr id="28" name="矩形 27"/>
          <p:cNvSpPr/>
          <p:nvPr userDrawn="1"/>
        </p:nvSpPr>
        <p:spPr>
          <a:xfrm>
            <a:off x="0" y="6341494"/>
            <a:ext cx="12192000" cy="516506"/>
          </a:xfrm>
          <a:prstGeom prst="rect">
            <a:avLst/>
          </a:prstGeom>
          <a:gradFill>
            <a:gsLst>
              <a:gs pos="0">
                <a:srgbClr val="006F69">
                  <a:alpha val="0"/>
                </a:srgbClr>
              </a:gs>
              <a:gs pos="99000">
                <a:srgbClr val="006F6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56" b="17696"/>
          <a:stretch>
            <a:fillRect/>
          </a:stretch>
        </p:blipFill>
        <p:spPr>
          <a:xfrm flipH="1">
            <a:off x="-1" y="0"/>
            <a:ext cx="12192001" cy="4610290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-1" y="0"/>
            <a:ext cx="12192001" cy="4610290"/>
          </a:xfrm>
          <a:prstGeom prst="rect">
            <a:avLst/>
          </a:prstGeom>
          <a:gradFill>
            <a:gsLst>
              <a:gs pos="0">
                <a:schemeClr val="tx1">
                  <a:alpha val="50000"/>
                </a:schemeClr>
              </a:gs>
              <a:gs pos="100000">
                <a:schemeClr val="tx1">
                  <a:alpha val="9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 flipH="1">
            <a:off x="0" y="0"/>
            <a:ext cx="12192001" cy="4610290"/>
          </a:xfrm>
          <a:prstGeom prst="rect">
            <a:avLst/>
          </a:prstGeom>
          <a:gradFill>
            <a:gsLst>
              <a:gs pos="0">
                <a:srgbClr val="006F69">
                  <a:alpha val="0"/>
                </a:srgbClr>
              </a:gs>
              <a:gs pos="100000">
                <a:srgbClr val="004C3E">
                  <a:alpha val="91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346" y="3566497"/>
            <a:ext cx="12181654" cy="1043793"/>
          </a:xfrm>
          <a:prstGeom prst="rect">
            <a:avLst/>
          </a:prstGeom>
          <a:gradFill>
            <a:gsLst>
              <a:gs pos="0">
                <a:srgbClr val="006F69">
                  <a:alpha val="0"/>
                </a:srgbClr>
              </a:gs>
              <a:gs pos="100000">
                <a:srgbClr val="006F69">
                  <a:alpha val="48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 flipH="1">
            <a:off x="7853681" y="2593010"/>
            <a:ext cx="4267200" cy="4614720"/>
            <a:chOff x="0" y="1"/>
            <a:chExt cx="4661524" cy="5041158"/>
          </a:xfrm>
        </p:grpSpPr>
        <p:sp>
          <p:nvSpPr>
            <p:cNvPr id="7" name="任意多边形: 形状 6"/>
            <p:cNvSpPr/>
            <p:nvPr/>
          </p:nvSpPr>
          <p:spPr>
            <a:xfrm flipV="1">
              <a:off x="0" y="1"/>
              <a:ext cx="3462174" cy="5041158"/>
            </a:xfrm>
            <a:custGeom>
              <a:avLst/>
              <a:gdLst>
                <a:gd name="connsiteX0" fmla="*/ 0 w 4563123"/>
                <a:gd name="connsiteY0" fmla="*/ 0 h 5086905"/>
                <a:gd name="connsiteX1" fmla="*/ 0 w 4563123"/>
                <a:gd name="connsiteY1" fmla="*/ 5086905 h 5086905"/>
                <a:gd name="connsiteX2" fmla="*/ 4563123 w 4563123"/>
                <a:gd name="connsiteY2" fmla="*/ 5069150 h 5086905"/>
                <a:gd name="connsiteX3" fmla="*/ 2361461 w 4563123"/>
                <a:gd name="connsiteY3" fmla="*/ 8878 h 5086905"/>
                <a:gd name="connsiteX4" fmla="*/ 0 w 4563123"/>
                <a:gd name="connsiteY4" fmla="*/ 0 h 5086905"/>
                <a:gd name="connsiteX0-1" fmla="*/ 0 w 4563123"/>
                <a:gd name="connsiteY0-2" fmla="*/ 0 h 5069150"/>
                <a:gd name="connsiteX1-3" fmla="*/ 1108363 w 4563123"/>
                <a:gd name="connsiteY1-4" fmla="*/ 5068432 h 5069150"/>
                <a:gd name="connsiteX2-5" fmla="*/ 4563123 w 4563123"/>
                <a:gd name="connsiteY2-6" fmla="*/ 5069150 h 5069150"/>
                <a:gd name="connsiteX3-7" fmla="*/ 2361461 w 4563123"/>
                <a:gd name="connsiteY3-8" fmla="*/ 8878 h 5069150"/>
                <a:gd name="connsiteX4-9" fmla="*/ 0 w 4563123"/>
                <a:gd name="connsiteY4-10" fmla="*/ 0 h 5069150"/>
                <a:gd name="connsiteX0-11" fmla="*/ 18473 w 3454760"/>
                <a:gd name="connsiteY0-12" fmla="*/ 359 h 5060272"/>
                <a:gd name="connsiteX1-13" fmla="*/ 0 w 3454760"/>
                <a:gd name="connsiteY1-14" fmla="*/ 5059554 h 5060272"/>
                <a:gd name="connsiteX2-15" fmla="*/ 3454760 w 3454760"/>
                <a:gd name="connsiteY2-16" fmla="*/ 5060272 h 5060272"/>
                <a:gd name="connsiteX3-17" fmla="*/ 1253098 w 3454760"/>
                <a:gd name="connsiteY3-18" fmla="*/ 0 h 5060272"/>
                <a:gd name="connsiteX4-19" fmla="*/ 18473 w 3454760"/>
                <a:gd name="connsiteY4-20" fmla="*/ 359 h 5060272"/>
                <a:gd name="connsiteX0-21" fmla="*/ 1777 w 3456537"/>
                <a:gd name="connsiteY0-22" fmla="*/ 18832 h 5060272"/>
                <a:gd name="connsiteX1-23" fmla="*/ 1777 w 3456537"/>
                <a:gd name="connsiteY1-24" fmla="*/ 5059554 h 5060272"/>
                <a:gd name="connsiteX2-25" fmla="*/ 3456537 w 3456537"/>
                <a:gd name="connsiteY2-26" fmla="*/ 5060272 h 5060272"/>
                <a:gd name="connsiteX3-27" fmla="*/ 1254875 w 3456537"/>
                <a:gd name="connsiteY3-28" fmla="*/ 0 h 5060272"/>
                <a:gd name="connsiteX4-29" fmla="*/ 1777 w 3456537"/>
                <a:gd name="connsiteY4-30" fmla="*/ 18832 h 5060272"/>
                <a:gd name="connsiteX0-31" fmla="*/ 1777 w 3456537"/>
                <a:gd name="connsiteY0-32" fmla="*/ 9596 h 5060272"/>
                <a:gd name="connsiteX1-33" fmla="*/ 1777 w 3456537"/>
                <a:gd name="connsiteY1-34" fmla="*/ 5059554 h 5060272"/>
                <a:gd name="connsiteX2-35" fmla="*/ 3456537 w 3456537"/>
                <a:gd name="connsiteY2-36" fmla="*/ 5060272 h 5060272"/>
                <a:gd name="connsiteX3-37" fmla="*/ 1254875 w 3456537"/>
                <a:gd name="connsiteY3-38" fmla="*/ 0 h 5060272"/>
                <a:gd name="connsiteX4-39" fmla="*/ 1777 w 3456537"/>
                <a:gd name="connsiteY4-40" fmla="*/ 9596 h 5060272"/>
                <a:gd name="connsiteX0-41" fmla="*/ 1118 w 3465115"/>
                <a:gd name="connsiteY0-42" fmla="*/ 360 h 5060272"/>
                <a:gd name="connsiteX1-43" fmla="*/ 10355 w 3465115"/>
                <a:gd name="connsiteY1-44" fmla="*/ 5059554 h 5060272"/>
                <a:gd name="connsiteX2-45" fmla="*/ 3465115 w 3465115"/>
                <a:gd name="connsiteY2-46" fmla="*/ 5060272 h 5060272"/>
                <a:gd name="connsiteX3-47" fmla="*/ 1263453 w 3465115"/>
                <a:gd name="connsiteY3-48" fmla="*/ 0 h 5060272"/>
                <a:gd name="connsiteX4-49" fmla="*/ 1118 w 3465115"/>
                <a:gd name="connsiteY4-50" fmla="*/ 360 h 506027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3465115" h="5060272">
                  <a:moveTo>
                    <a:pt x="1118" y="360"/>
                  </a:moveTo>
                  <a:cubicBezTo>
                    <a:pt x="-5040" y="1686758"/>
                    <a:pt x="16513" y="3373156"/>
                    <a:pt x="10355" y="5059554"/>
                  </a:cubicBezTo>
                  <a:lnTo>
                    <a:pt x="3465115" y="5060272"/>
                  </a:lnTo>
                  <a:lnTo>
                    <a:pt x="1263453" y="0"/>
                  </a:lnTo>
                  <a:lnTo>
                    <a:pt x="1118" y="360"/>
                  </a:lnTo>
                  <a:close/>
                </a:path>
              </a:pathLst>
            </a:custGeom>
            <a:solidFill>
              <a:srgbClr val="006F69">
                <a:alpha val="74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平行四边形 7"/>
            <p:cNvSpPr/>
            <p:nvPr/>
          </p:nvSpPr>
          <p:spPr>
            <a:xfrm rot="10800000" flipH="1" flipV="1">
              <a:off x="1575278" y="1"/>
              <a:ext cx="3086246" cy="5029182"/>
            </a:xfrm>
            <a:prstGeom prst="parallelogram">
              <a:avLst>
                <a:gd name="adj" fmla="val 72173"/>
              </a:avLst>
            </a:prstGeom>
            <a:solidFill>
              <a:srgbClr val="006F69">
                <a:alpha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477992" y="3715657"/>
            <a:ext cx="8742207" cy="258877"/>
          </a:xfrm>
          <a:prstGeom prst="rect">
            <a:avLst/>
          </a:prstGeom>
          <a:gradFill>
            <a:gsLst>
              <a:gs pos="0">
                <a:srgbClr val="FC9804"/>
              </a:gs>
              <a:gs pos="100000">
                <a:srgbClr val="FC9804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-2" y="2450685"/>
            <a:ext cx="12110536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xxxxxxxx</a:t>
            </a:r>
            <a:endParaRPr kumimoji="0" lang="en-US" altLang="zh-CN" sz="4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2" y="3969247"/>
            <a:ext cx="1211053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xxxx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79145" y="177800"/>
            <a:ext cx="9136751" cy="10280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6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2E25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大标题 字号</a:t>
            </a:r>
            <a:r>
              <a:rPr lang="en-US" altLang="zh-CN" sz="2800" b="1" noProof="0" dirty="0">
                <a:ln>
                  <a:noFill/>
                </a:ln>
                <a:solidFill>
                  <a:srgbClr val="002E25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20</a:t>
            </a:r>
            <a:r>
              <a:rPr lang="zh-CN" altLang="en-US" sz="2800" b="1" noProof="0" dirty="0">
                <a:ln>
                  <a:noFill/>
                </a:ln>
                <a:solidFill>
                  <a:srgbClr val="002E25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中文微软雅黑  英文times new roman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E25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6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E25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259" y="819776"/>
            <a:ext cx="6096000" cy="511164"/>
          </a:xfrm>
          <a:prstGeom prst="rect">
            <a:avLst/>
          </a:prstGeom>
          <a:gradFill>
            <a:gsLst>
              <a:gs pos="0">
                <a:srgbClr val="006F69">
                  <a:alpha val="25000"/>
                </a:srgbClr>
              </a:gs>
              <a:gs pos="100000">
                <a:srgbClr val="006F69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5682" y="892623"/>
            <a:ext cx="11456159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小标题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字号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20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中文微软雅黑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英文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times new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roman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4C3E"/>
              </a:solidFill>
              <a:effectLst>
                <a:glow rad="63500">
                  <a:prstClr val="white"/>
                </a:glow>
              </a:effectLst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electric-tower_183384"/>
          <p:cNvSpPr/>
          <p:nvPr/>
        </p:nvSpPr>
        <p:spPr>
          <a:xfrm>
            <a:off x="351365" y="898501"/>
            <a:ext cx="252070" cy="372964"/>
          </a:xfrm>
          <a:custGeom>
            <a:avLst/>
            <a:gdLst>
              <a:gd name="connsiteX0" fmla="*/ 230405 w 410056"/>
              <a:gd name="connsiteY0" fmla="*/ 496627 h 606722"/>
              <a:gd name="connsiteX1" fmla="*/ 247498 w 410056"/>
              <a:gd name="connsiteY1" fmla="*/ 496716 h 606722"/>
              <a:gd name="connsiteX2" fmla="*/ 253552 w 410056"/>
              <a:gd name="connsiteY2" fmla="*/ 502765 h 606722"/>
              <a:gd name="connsiteX3" fmla="*/ 253463 w 410056"/>
              <a:gd name="connsiteY3" fmla="*/ 519845 h 606722"/>
              <a:gd name="connsiteX4" fmla="*/ 244916 w 410056"/>
              <a:gd name="connsiteY4" fmla="*/ 523314 h 606722"/>
              <a:gd name="connsiteX5" fmla="*/ 236370 w 410056"/>
              <a:gd name="connsiteY5" fmla="*/ 519756 h 606722"/>
              <a:gd name="connsiteX6" fmla="*/ 230316 w 410056"/>
              <a:gd name="connsiteY6" fmla="*/ 513707 h 606722"/>
              <a:gd name="connsiteX7" fmla="*/ 230405 w 410056"/>
              <a:gd name="connsiteY7" fmla="*/ 496627 h 606722"/>
              <a:gd name="connsiteX8" fmla="*/ 119448 w 410056"/>
              <a:gd name="connsiteY8" fmla="*/ 483369 h 606722"/>
              <a:gd name="connsiteX9" fmla="*/ 102536 w 410056"/>
              <a:gd name="connsiteY9" fmla="*/ 557132 h 606722"/>
              <a:gd name="connsiteX10" fmla="*/ 176412 w 410056"/>
              <a:gd name="connsiteY10" fmla="*/ 483369 h 606722"/>
              <a:gd name="connsiteX11" fmla="*/ 275655 w 410056"/>
              <a:gd name="connsiteY11" fmla="*/ 418404 h 606722"/>
              <a:gd name="connsiteX12" fmla="*/ 234801 w 410056"/>
              <a:gd name="connsiteY12" fmla="*/ 459196 h 606722"/>
              <a:gd name="connsiteX13" fmla="*/ 285001 w 410056"/>
              <a:gd name="connsiteY13" fmla="*/ 459196 h 606722"/>
              <a:gd name="connsiteX14" fmla="*/ 159412 w 410056"/>
              <a:gd name="connsiteY14" fmla="*/ 309182 h 606722"/>
              <a:gd name="connsiteX15" fmla="*/ 146773 w 410056"/>
              <a:gd name="connsiteY15" fmla="*/ 364104 h 606722"/>
              <a:gd name="connsiteX16" fmla="*/ 168491 w 410056"/>
              <a:gd name="connsiteY16" fmla="*/ 346064 h 606722"/>
              <a:gd name="connsiteX17" fmla="*/ 185580 w 410056"/>
              <a:gd name="connsiteY17" fmla="*/ 347574 h 606722"/>
              <a:gd name="connsiteX18" fmla="*/ 183978 w 410056"/>
              <a:gd name="connsiteY18" fmla="*/ 364638 h 606722"/>
              <a:gd name="connsiteX19" fmla="*/ 146506 w 410056"/>
              <a:gd name="connsiteY19" fmla="*/ 395742 h 606722"/>
              <a:gd name="connsiteX20" fmla="*/ 177302 w 410056"/>
              <a:gd name="connsiteY20" fmla="*/ 426492 h 606722"/>
              <a:gd name="connsiteX21" fmla="*/ 177302 w 410056"/>
              <a:gd name="connsiteY21" fmla="*/ 443644 h 606722"/>
              <a:gd name="connsiteX22" fmla="*/ 168758 w 410056"/>
              <a:gd name="connsiteY22" fmla="*/ 447199 h 606722"/>
              <a:gd name="connsiteX23" fmla="*/ 160213 w 410056"/>
              <a:gd name="connsiteY23" fmla="*/ 443644 h 606722"/>
              <a:gd name="connsiteX24" fmla="*/ 134490 w 410056"/>
              <a:gd name="connsiteY24" fmla="*/ 417960 h 606722"/>
              <a:gd name="connsiteX25" fmla="*/ 124966 w 410056"/>
              <a:gd name="connsiteY25" fmla="*/ 459196 h 606722"/>
              <a:gd name="connsiteX26" fmla="*/ 200622 w 410056"/>
              <a:gd name="connsiteY26" fmla="*/ 459196 h 606722"/>
              <a:gd name="connsiteX27" fmla="*/ 263817 w 410056"/>
              <a:gd name="connsiteY27" fmla="*/ 396009 h 606722"/>
              <a:gd name="connsiteX28" fmla="*/ 184957 w 410056"/>
              <a:gd name="connsiteY28" fmla="*/ 298962 h 606722"/>
              <a:gd name="connsiteX29" fmla="*/ 263194 w 410056"/>
              <a:gd name="connsiteY29" fmla="*/ 364104 h 606722"/>
              <a:gd name="connsiteX30" fmla="*/ 248330 w 410056"/>
              <a:gd name="connsiteY30" fmla="*/ 298962 h 606722"/>
              <a:gd name="connsiteX31" fmla="*/ 270048 w 410056"/>
              <a:gd name="connsiteY31" fmla="*/ 241196 h 606722"/>
              <a:gd name="connsiteX32" fmla="*/ 270048 w 410056"/>
              <a:gd name="connsiteY32" fmla="*/ 274434 h 606722"/>
              <a:gd name="connsiteX33" fmla="*/ 332798 w 410056"/>
              <a:gd name="connsiteY33" fmla="*/ 274434 h 606722"/>
              <a:gd name="connsiteX34" fmla="*/ 140008 w 410056"/>
              <a:gd name="connsiteY34" fmla="*/ 241196 h 606722"/>
              <a:gd name="connsiteX35" fmla="*/ 77258 w 410056"/>
              <a:gd name="connsiteY35" fmla="*/ 274434 h 606722"/>
              <a:gd name="connsiteX36" fmla="*/ 140008 w 410056"/>
              <a:gd name="connsiteY36" fmla="*/ 274434 h 606722"/>
              <a:gd name="connsiteX37" fmla="*/ 164218 w 410056"/>
              <a:gd name="connsiteY37" fmla="*/ 233197 h 606722"/>
              <a:gd name="connsiteX38" fmla="*/ 164218 w 410056"/>
              <a:gd name="connsiteY38" fmla="*/ 274434 h 606722"/>
              <a:gd name="connsiteX39" fmla="*/ 245838 w 410056"/>
              <a:gd name="connsiteY39" fmla="*/ 274434 h 606722"/>
              <a:gd name="connsiteX40" fmla="*/ 245838 w 410056"/>
              <a:gd name="connsiteY40" fmla="*/ 233197 h 606722"/>
              <a:gd name="connsiteX41" fmla="*/ 164218 w 410056"/>
              <a:gd name="connsiteY41" fmla="*/ 167877 h 606722"/>
              <a:gd name="connsiteX42" fmla="*/ 164218 w 410056"/>
              <a:gd name="connsiteY42" fmla="*/ 209025 h 606722"/>
              <a:gd name="connsiteX43" fmla="*/ 245838 w 410056"/>
              <a:gd name="connsiteY43" fmla="*/ 209025 h 606722"/>
              <a:gd name="connsiteX44" fmla="*/ 245838 w 410056"/>
              <a:gd name="connsiteY44" fmla="*/ 167877 h 606722"/>
              <a:gd name="connsiteX45" fmla="*/ 140008 w 410056"/>
              <a:gd name="connsiteY45" fmla="*/ 110111 h 606722"/>
              <a:gd name="connsiteX46" fmla="*/ 77258 w 410056"/>
              <a:gd name="connsiteY46" fmla="*/ 143260 h 606722"/>
              <a:gd name="connsiteX47" fmla="*/ 140008 w 410056"/>
              <a:gd name="connsiteY47" fmla="*/ 143260 h 606722"/>
              <a:gd name="connsiteX48" fmla="*/ 164218 w 410056"/>
              <a:gd name="connsiteY48" fmla="*/ 102024 h 606722"/>
              <a:gd name="connsiteX49" fmla="*/ 164218 w 410056"/>
              <a:gd name="connsiteY49" fmla="*/ 143260 h 606722"/>
              <a:gd name="connsiteX50" fmla="*/ 245838 w 410056"/>
              <a:gd name="connsiteY50" fmla="*/ 143260 h 606722"/>
              <a:gd name="connsiteX51" fmla="*/ 245838 w 410056"/>
              <a:gd name="connsiteY51" fmla="*/ 102024 h 606722"/>
              <a:gd name="connsiteX52" fmla="*/ 204984 w 410056"/>
              <a:gd name="connsiteY52" fmla="*/ 33593 h 606722"/>
              <a:gd name="connsiteX53" fmla="*/ 174899 w 410056"/>
              <a:gd name="connsiteY53" fmla="*/ 77940 h 606722"/>
              <a:gd name="connsiteX54" fmla="*/ 235068 w 410056"/>
              <a:gd name="connsiteY54" fmla="*/ 77940 h 606722"/>
              <a:gd name="connsiteX55" fmla="*/ 204984 w 410056"/>
              <a:gd name="connsiteY55" fmla="*/ 0 h 606722"/>
              <a:gd name="connsiteX56" fmla="*/ 215041 w 410056"/>
              <a:gd name="connsiteY56" fmla="*/ 5332 h 606722"/>
              <a:gd name="connsiteX57" fmla="*/ 268001 w 410056"/>
              <a:gd name="connsiteY57" fmla="*/ 83183 h 606722"/>
              <a:gd name="connsiteX58" fmla="*/ 270048 w 410056"/>
              <a:gd name="connsiteY58" fmla="*/ 89760 h 606722"/>
              <a:gd name="connsiteX59" fmla="*/ 270048 w 410056"/>
              <a:gd name="connsiteY59" fmla="*/ 90026 h 606722"/>
              <a:gd name="connsiteX60" fmla="*/ 270048 w 410056"/>
              <a:gd name="connsiteY60" fmla="*/ 143260 h 606722"/>
              <a:gd name="connsiteX61" fmla="*/ 332798 w 410056"/>
              <a:gd name="connsiteY61" fmla="*/ 143260 h 606722"/>
              <a:gd name="connsiteX62" fmla="*/ 299776 w 410056"/>
              <a:gd name="connsiteY62" fmla="*/ 125841 h 606722"/>
              <a:gd name="connsiteX63" fmla="*/ 294792 w 410056"/>
              <a:gd name="connsiteY63" fmla="*/ 109489 h 606722"/>
              <a:gd name="connsiteX64" fmla="*/ 311169 w 410056"/>
              <a:gd name="connsiteY64" fmla="*/ 104512 h 606722"/>
              <a:gd name="connsiteX65" fmla="*/ 387092 w 410056"/>
              <a:gd name="connsiteY65" fmla="*/ 144682 h 606722"/>
              <a:gd name="connsiteX66" fmla="*/ 393501 w 410056"/>
              <a:gd name="connsiteY66" fmla="*/ 156057 h 606722"/>
              <a:gd name="connsiteX67" fmla="*/ 393590 w 410056"/>
              <a:gd name="connsiteY67" fmla="*/ 156502 h 606722"/>
              <a:gd name="connsiteX68" fmla="*/ 393590 w 410056"/>
              <a:gd name="connsiteY68" fmla="*/ 171432 h 606722"/>
              <a:gd name="connsiteX69" fmla="*/ 397951 w 410056"/>
              <a:gd name="connsiteY69" fmla="*/ 171432 h 606722"/>
              <a:gd name="connsiteX70" fmla="*/ 410056 w 410056"/>
              <a:gd name="connsiteY70" fmla="*/ 183519 h 606722"/>
              <a:gd name="connsiteX71" fmla="*/ 397951 w 410056"/>
              <a:gd name="connsiteY71" fmla="*/ 195605 h 606722"/>
              <a:gd name="connsiteX72" fmla="*/ 393590 w 410056"/>
              <a:gd name="connsiteY72" fmla="*/ 195605 h 606722"/>
              <a:gd name="connsiteX73" fmla="*/ 393590 w 410056"/>
              <a:gd name="connsiteY73" fmla="*/ 199693 h 606722"/>
              <a:gd name="connsiteX74" fmla="*/ 397951 w 410056"/>
              <a:gd name="connsiteY74" fmla="*/ 199693 h 606722"/>
              <a:gd name="connsiteX75" fmla="*/ 410056 w 410056"/>
              <a:gd name="connsiteY75" fmla="*/ 211780 h 606722"/>
              <a:gd name="connsiteX76" fmla="*/ 397951 w 410056"/>
              <a:gd name="connsiteY76" fmla="*/ 223866 h 606722"/>
              <a:gd name="connsiteX77" fmla="*/ 393590 w 410056"/>
              <a:gd name="connsiteY77" fmla="*/ 223866 h 606722"/>
              <a:gd name="connsiteX78" fmla="*/ 393590 w 410056"/>
              <a:gd name="connsiteY78" fmla="*/ 228221 h 606722"/>
              <a:gd name="connsiteX79" fmla="*/ 381485 w 410056"/>
              <a:gd name="connsiteY79" fmla="*/ 240307 h 606722"/>
              <a:gd name="connsiteX80" fmla="*/ 369380 w 410056"/>
              <a:gd name="connsiteY80" fmla="*/ 228221 h 606722"/>
              <a:gd name="connsiteX81" fmla="*/ 369380 w 410056"/>
              <a:gd name="connsiteY81" fmla="*/ 223866 h 606722"/>
              <a:gd name="connsiteX82" fmla="*/ 365018 w 410056"/>
              <a:gd name="connsiteY82" fmla="*/ 223866 h 606722"/>
              <a:gd name="connsiteX83" fmla="*/ 352913 w 410056"/>
              <a:gd name="connsiteY83" fmla="*/ 211780 h 606722"/>
              <a:gd name="connsiteX84" fmla="*/ 365018 w 410056"/>
              <a:gd name="connsiteY84" fmla="*/ 199693 h 606722"/>
              <a:gd name="connsiteX85" fmla="*/ 369380 w 410056"/>
              <a:gd name="connsiteY85" fmla="*/ 199693 h 606722"/>
              <a:gd name="connsiteX86" fmla="*/ 369380 w 410056"/>
              <a:gd name="connsiteY86" fmla="*/ 195605 h 606722"/>
              <a:gd name="connsiteX87" fmla="*/ 365018 w 410056"/>
              <a:gd name="connsiteY87" fmla="*/ 195605 h 606722"/>
              <a:gd name="connsiteX88" fmla="*/ 352913 w 410056"/>
              <a:gd name="connsiteY88" fmla="*/ 183519 h 606722"/>
              <a:gd name="connsiteX89" fmla="*/ 365018 w 410056"/>
              <a:gd name="connsiteY89" fmla="*/ 171432 h 606722"/>
              <a:gd name="connsiteX90" fmla="*/ 369380 w 410056"/>
              <a:gd name="connsiteY90" fmla="*/ 171432 h 606722"/>
              <a:gd name="connsiteX91" fmla="*/ 369380 w 410056"/>
              <a:gd name="connsiteY91" fmla="*/ 167433 h 606722"/>
              <a:gd name="connsiteX92" fmla="*/ 270048 w 410056"/>
              <a:gd name="connsiteY92" fmla="*/ 167433 h 606722"/>
              <a:gd name="connsiteX93" fmla="*/ 270048 w 410056"/>
              <a:gd name="connsiteY93" fmla="*/ 213824 h 606722"/>
              <a:gd name="connsiteX94" fmla="*/ 387092 w 410056"/>
              <a:gd name="connsiteY94" fmla="*/ 275855 h 606722"/>
              <a:gd name="connsiteX95" fmla="*/ 393501 w 410056"/>
              <a:gd name="connsiteY95" fmla="*/ 286698 h 606722"/>
              <a:gd name="connsiteX96" fmla="*/ 393590 w 410056"/>
              <a:gd name="connsiteY96" fmla="*/ 286875 h 606722"/>
              <a:gd name="connsiteX97" fmla="*/ 393590 w 410056"/>
              <a:gd name="connsiteY97" fmla="*/ 301806 h 606722"/>
              <a:gd name="connsiteX98" fmla="*/ 397951 w 410056"/>
              <a:gd name="connsiteY98" fmla="*/ 301806 h 606722"/>
              <a:gd name="connsiteX99" fmla="*/ 410056 w 410056"/>
              <a:gd name="connsiteY99" fmla="*/ 313892 h 606722"/>
              <a:gd name="connsiteX100" fmla="*/ 397951 w 410056"/>
              <a:gd name="connsiteY100" fmla="*/ 325979 h 606722"/>
              <a:gd name="connsiteX101" fmla="*/ 393590 w 410056"/>
              <a:gd name="connsiteY101" fmla="*/ 325979 h 606722"/>
              <a:gd name="connsiteX102" fmla="*/ 393590 w 410056"/>
              <a:gd name="connsiteY102" fmla="*/ 329978 h 606722"/>
              <a:gd name="connsiteX103" fmla="*/ 397951 w 410056"/>
              <a:gd name="connsiteY103" fmla="*/ 329978 h 606722"/>
              <a:gd name="connsiteX104" fmla="*/ 410056 w 410056"/>
              <a:gd name="connsiteY104" fmla="*/ 342064 h 606722"/>
              <a:gd name="connsiteX105" fmla="*/ 397951 w 410056"/>
              <a:gd name="connsiteY105" fmla="*/ 354151 h 606722"/>
              <a:gd name="connsiteX106" fmla="*/ 393590 w 410056"/>
              <a:gd name="connsiteY106" fmla="*/ 354151 h 606722"/>
              <a:gd name="connsiteX107" fmla="*/ 393590 w 410056"/>
              <a:gd name="connsiteY107" fmla="*/ 358505 h 606722"/>
              <a:gd name="connsiteX108" fmla="*/ 381485 w 410056"/>
              <a:gd name="connsiteY108" fmla="*/ 370592 h 606722"/>
              <a:gd name="connsiteX109" fmla="*/ 369380 w 410056"/>
              <a:gd name="connsiteY109" fmla="*/ 358505 h 606722"/>
              <a:gd name="connsiteX110" fmla="*/ 369380 w 410056"/>
              <a:gd name="connsiteY110" fmla="*/ 354151 h 606722"/>
              <a:gd name="connsiteX111" fmla="*/ 365018 w 410056"/>
              <a:gd name="connsiteY111" fmla="*/ 354151 h 606722"/>
              <a:gd name="connsiteX112" fmla="*/ 352913 w 410056"/>
              <a:gd name="connsiteY112" fmla="*/ 342064 h 606722"/>
              <a:gd name="connsiteX113" fmla="*/ 365018 w 410056"/>
              <a:gd name="connsiteY113" fmla="*/ 329978 h 606722"/>
              <a:gd name="connsiteX114" fmla="*/ 369380 w 410056"/>
              <a:gd name="connsiteY114" fmla="*/ 329978 h 606722"/>
              <a:gd name="connsiteX115" fmla="*/ 369380 w 410056"/>
              <a:gd name="connsiteY115" fmla="*/ 325979 h 606722"/>
              <a:gd name="connsiteX116" fmla="*/ 365018 w 410056"/>
              <a:gd name="connsiteY116" fmla="*/ 325979 h 606722"/>
              <a:gd name="connsiteX117" fmla="*/ 352913 w 410056"/>
              <a:gd name="connsiteY117" fmla="*/ 313892 h 606722"/>
              <a:gd name="connsiteX118" fmla="*/ 365018 w 410056"/>
              <a:gd name="connsiteY118" fmla="*/ 301806 h 606722"/>
              <a:gd name="connsiteX119" fmla="*/ 369380 w 410056"/>
              <a:gd name="connsiteY119" fmla="*/ 301806 h 606722"/>
              <a:gd name="connsiteX120" fmla="*/ 369380 w 410056"/>
              <a:gd name="connsiteY120" fmla="*/ 298606 h 606722"/>
              <a:gd name="connsiteX121" fmla="*/ 273074 w 410056"/>
              <a:gd name="connsiteY121" fmla="*/ 298606 h 606722"/>
              <a:gd name="connsiteX122" fmla="*/ 340274 w 410056"/>
              <a:gd name="connsiteY122" fmla="*/ 591881 h 606722"/>
              <a:gd name="connsiteX123" fmla="*/ 331196 w 410056"/>
              <a:gd name="connsiteY123" fmla="*/ 606367 h 606722"/>
              <a:gd name="connsiteX124" fmla="*/ 328525 w 410056"/>
              <a:gd name="connsiteY124" fmla="*/ 606722 h 606722"/>
              <a:gd name="connsiteX125" fmla="*/ 322117 w 410056"/>
              <a:gd name="connsiteY125" fmla="*/ 604856 h 606722"/>
              <a:gd name="connsiteX126" fmla="*/ 319180 w 410056"/>
              <a:gd name="connsiteY126" fmla="*/ 602367 h 606722"/>
              <a:gd name="connsiteX127" fmla="*/ 263016 w 410056"/>
              <a:gd name="connsiteY127" fmla="*/ 547534 h 606722"/>
              <a:gd name="connsiteX128" fmla="*/ 263016 w 410056"/>
              <a:gd name="connsiteY128" fmla="*/ 530382 h 606722"/>
              <a:gd name="connsiteX129" fmla="*/ 280106 w 410056"/>
              <a:gd name="connsiteY129" fmla="*/ 530382 h 606722"/>
              <a:gd name="connsiteX130" fmla="*/ 307698 w 410056"/>
              <a:gd name="connsiteY130" fmla="*/ 557932 h 606722"/>
              <a:gd name="connsiteX131" fmla="*/ 290608 w 410056"/>
              <a:gd name="connsiteY131" fmla="*/ 483369 h 606722"/>
              <a:gd name="connsiteX132" fmla="*/ 210591 w 410056"/>
              <a:gd name="connsiteY132" fmla="*/ 483369 h 606722"/>
              <a:gd name="connsiteX133" fmla="*/ 90698 w 410056"/>
              <a:gd name="connsiteY133" fmla="*/ 603167 h 606722"/>
              <a:gd name="connsiteX134" fmla="*/ 82065 w 410056"/>
              <a:gd name="connsiteY134" fmla="*/ 606722 h 606722"/>
              <a:gd name="connsiteX135" fmla="*/ 81798 w 410056"/>
              <a:gd name="connsiteY135" fmla="*/ 606633 h 606722"/>
              <a:gd name="connsiteX136" fmla="*/ 78771 w 410056"/>
              <a:gd name="connsiteY136" fmla="*/ 606367 h 606722"/>
              <a:gd name="connsiteX137" fmla="*/ 69693 w 410056"/>
              <a:gd name="connsiteY137" fmla="*/ 591881 h 606722"/>
              <a:gd name="connsiteX138" fmla="*/ 136982 w 410056"/>
              <a:gd name="connsiteY138" fmla="*/ 298606 h 606722"/>
              <a:gd name="connsiteX139" fmla="*/ 40676 w 410056"/>
              <a:gd name="connsiteY139" fmla="*/ 298606 h 606722"/>
              <a:gd name="connsiteX140" fmla="*/ 40676 w 410056"/>
              <a:gd name="connsiteY140" fmla="*/ 301806 h 606722"/>
              <a:gd name="connsiteX141" fmla="*/ 45038 w 410056"/>
              <a:gd name="connsiteY141" fmla="*/ 301806 h 606722"/>
              <a:gd name="connsiteX142" fmla="*/ 57143 w 410056"/>
              <a:gd name="connsiteY142" fmla="*/ 313892 h 606722"/>
              <a:gd name="connsiteX143" fmla="*/ 45038 w 410056"/>
              <a:gd name="connsiteY143" fmla="*/ 325979 h 606722"/>
              <a:gd name="connsiteX144" fmla="*/ 40676 w 410056"/>
              <a:gd name="connsiteY144" fmla="*/ 325979 h 606722"/>
              <a:gd name="connsiteX145" fmla="*/ 40676 w 410056"/>
              <a:gd name="connsiteY145" fmla="*/ 329978 h 606722"/>
              <a:gd name="connsiteX146" fmla="*/ 45038 w 410056"/>
              <a:gd name="connsiteY146" fmla="*/ 329978 h 606722"/>
              <a:gd name="connsiteX147" fmla="*/ 57143 w 410056"/>
              <a:gd name="connsiteY147" fmla="*/ 342064 h 606722"/>
              <a:gd name="connsiteX148" fmla="*/ 45038 w 410056"/>
              <a:gd name="connsiteY148" fmla="*/ 354151 h 606722"/>
              <a:gd name="connsiteX149" fmla="*/ 40676 w 410056"/>
              <a:gd name="connsiteY149" fmla="*/ 354151 h 606722"/>
              <a:gd name="connsiteX150" fmla="*/ 40676 w 410056"/>
              <a:gd name="connsiteY150" fmla="*/ 358505 h 606722"/>
              <a:gd name="connsiteX151" fmla="*/ 28571 w 410056"/>
              <a:gd name="connsiteY151" fmla="*/ 370592 h 606722"/>
              <a:gd name="connsiteX152" fmla="*/ 16466 w 410056"/>
              <a:gd name="connsiteY152" fmla="*/ 358505 h 606722"/>
              <a:gd name="connsiteX153" fmla="*/ 16466 w 410056"/>
              <a:gd name="connsiteY153" fmla="*/ 354151 h 606722"/>
              <a:gd name="connsiteX154" fmla="*/ 12105 w 410056"/>
              <a:gd name="connsiteY154" fmla="*/ 354151 h 606722"/>
              <a:gd name="connsiteX155" fmla="*/ 0 w 410056"/>
              <a:gd name="connsiteY155" fmla="*/ 342064 h 606722"/>
              <a:gd name="connsiteX156" fmla="*/ 12105 w 410056"/>
              <a:gd name="connsiteY156" fmla="*/ 329978 h 606722"/>
              <a:gd name="connsiteX157" fmla="*/ 16466 w 410056"/>
              <a:gd name="connsiteY157" fmla="*/ 329978 h 606722"/>
              <a:gd name="connsiteX158" fmla="*/ 16466 w 410056"/>
              <a:gd name="connsiteY158" fmla="*/ 325979 h 606722"/>
              <a:gd name="connsiteX159" fmla="*/ 12105 w 410056"/>
              <a:gd name="connsiteY159" fmla="*/ 325979 h 606722"/>
              <a:gd name="connsiteX160" fmla="*/ 0 w 410056"/>
              <a:gd name="connsiteY160" fmla="*/ 313892 h 606722"/>
              <a:gd name="connsiteX161" fmla="*/ 12105 w 410056"/>
              <a:gd name="connsiteY161" fmla="*/ 301806 h 606722"/>
              <a:gd name="connsiteX162" fmla="*/ 16466 w 410056"/>
              <a:gd name="connsiteY162" fmla="*/ 301806 h 606722"/>
              <a:gd name="connsiteX163" fmla="*/ 16466 w 410056"/>
              <a:gd name="connsiteY163" fmla="*/ 286875 h 606722"/>
              <a:gd name="connsiteX164" fmla="*/ 16466 w 410056"/>
              <a:gd name="connsiteY164" fmla="*/ 286698 h 606722"/>
              <a:gd name="connsiteX165" fmla="*/ 22875 w 410056"/>
              <a:gd name="connsiteY165" fmla="*/ 275855 h 606722"/>
              <a:gd name="connsiteX166" fmla="*/ 140008 w 410056"/>
              <a:gd name="connsiteY166" fmla="*/ 213824 h 606722"/>
              <a:gd name="connsiteX167" fmla="*/ 140008 w 410056"/>
              <a:gd name="connsiteY167" fmla="*/ 167433 h 606722"/>
              <a:gd name="connsiteX168" fmla="*/ 40676 w 410056"/>
              <a:gd name="connsiteY168" fmla="*/ 167433 h 606722"/>
              <a:gd name="connsiteX169" fmla="*/ 40676 w 410056"/>
              <a:gd name="connsiteY169" fmla="*/ 171432 h 606722"/>
              <a:gd name="connsiteX170" fmla="*/ 45038 w 410056"/>
              <a:gd name="connsiteY170" fmla="*/ 171432 h 606722"/>
              <a:gd name="connsiteX171" fmla="*/ 57143 w 410056"/>
              <a:gd name="connsiteY171" fmla="*/ 183519 h 606722"/>
              <a:gd name="connsiteX172" fmla="*/ 45038 w 410056"/>
              <a:gd name="connsiteY172" fmla="*/ 195605 h 606722"/>
              <a:gd name="connsiteX173" fmla="*/ 40676 w 410056"/>
              <a:gd name="connsiteY173" fmla="*/ 195605 h 606722"/>
              <a:gd name="connsiteX174" fmla="*/ 40676 w 410056"/>
              <a:gd name="connsiteY174" fmla="*/ 199693 h 606722"/>
              <a:gd name="connsiteX175" fmla="*/ 45038 w 410056"/>
              <a:gd name="connsiteY175" fmla="*/ 199693 h 606722"/>
              <a:gd name="connsiteX176" fmla="*/ 57143 w 410056"/>
              <a:gd name="connsiteY176" fmla="*/ 211780 h 606722"/>
              <a:gd name="connsiteX177" fmla="*/ 45038 w 410056"/>
              <a:gd name="connsiteY177" fmla="*/ 223866 h 606722"/>
              <a:gd name="connsiteX178" fmla="*/ 40676 w 410056"/>
              <a:gd name="connsiteY178" fmla="*/ 223866 h 606722"/>
              <a:gd name="connsiteX179" fmla="*/ 40676 w 410056"/>
              <a:gd name="connsiteY179" fmla="*/ 228221 h 606722"/>
              <a:gd name="connsiteX180" fmla="*/ 28571 w 410056"/>
              <a:gd name="connsiteY180" fmla="*/ 240307 h 606722"/>
              <a:gd name="connsiteX181" fmla="*/ 16466 w 410056"/>
              <a:gd name="connsiteY181" fmla="*/ 228221 h 606722"/>
              <a:gd name="connsiteX182" fmla="*/ 16466 w 410056"/>
              <a:gd name="connsiteY182" fmla="*/ 223866 h 606722"/>
              <a:gd name="connsiteX183" fmla="*/ 12105 w 410056"/>
              <a:gd name="connsiteY183" fmla="*/ 223866 h 606722"/>
              <a:gd name="connsiteX184" fmla="*/ 0 w 410056"/>
              <a:gd name="connsiteY184" fmla="*/ 211780 h 606722"/>
              <a:gd name="connsiteX185" fmla="*/ 12105 w 410056"/>
              <a:gd name="connsiteY185" fmla="*/ 199693 h 606722"/>
              <a:gd name="connsiteX186" fmla="*/ 16466 w 410056"/>
              <a:gd name="connsiteY186" fmla="*/ 199693 h 606722"/>
              <a:gd name="connsiteX187" fmla="*/ 16466 w 410056"/>
              <a:gd name="connsiteY187" fmla="*/ 195605 h 606722"/>
              <a:gd name="connsiteX188" fmla="*/ 12105 w 410056"/>
              <a:gd name="connsiteY188" fmla="*/ 195605 h 606722"/>
              <a:gd name="connsiteX189" fmla="*/ 0 w 410056"/>
              <a:gd name="connsiteY189" fmla="*/ 183519 h 606722"/>
              <a:gd name="connsiteX190" fmla="*/ 12105 w 410056"/>
              <a:gd name="connsiteY190" fmla="*/ 171432 h 606722"/>
              <a:gd name="connsiteX191" fmla="*/ 16466 w 410056"/>
              <a:gd name="connsiteY191" fmla="*/ 171432 h 606722"/>
              <a:gd name="connsiteX192" fmla="*/ 16466 w 410056"/>
              <a:gd name="connsiteY192" fmla="*/ 156502 h 606722"/>
              <a:gd name="connsiteX193" fmla="*/ 16466 w 410056"/>
              <a:gd name="connsiteY193" fmla="*/ 156057 h 606722"/>
              <a:gd name="connsiteX194" fmla="*/ 22875 w 410056"/>
              <a:gd name="connsiteY194" fmla="*/ 144682 h 606722"/>
              <a:gd name="connsiteX195" fmla="*/ 143747 w 410056"/>
              <a:gd name="connsiteY195" fmla="*/ 80695 h 606722"/>
              <a:gd name="connsiteX196" fmla="*/ 195015 w 410056"/>
              <a:gd name="connsiteY196" fmla="*/ 5332 h 606722"/>
              <a:gd name="connsiteX197" fmla="*/ 204984 w 410056"/>
              <a:gd name="connsiteY197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410056" h="606722">
                <a:moveTo>
                  <a:pt x="230405" y="496627"/>
                </a:moveTo>
                <a:cubicBezTo>
                  <a:pt x="235124" y="491912"/>
                  <a:pt x="242780" y="491912"/>
                  <a:pt x="247498" y="496716"/>
                </a:cubicBezTo>
                <a:lnTo>
                  <a:pt x="253552" y="502765"/>
                </a:lnTo>
                <a:cubicBezTo>
                  <a:pt x="258270" y="507480"/>
                  <a:pt x="258181" y="515130"/>
                  <a:pt x="253463" y="519845"/>
                </a:cubicBezTo>
                <a:cubicBezTo>
                  <a:pt x="251059" y="522158"/>
                  <a:pt x="248032" y="523314"/>
                  <a:pt x="244916" y="523314"/>
                </a:cubicBezTo>
                <a:cubicBezTo>
                  <a:pt x="241800" y="523314"/>
                  <a:pt x="238685" y="522158"/>
                  <a:pt x="236370" y="519756"/>
                </a:cubicBezTo>
                <a:lnTo>
                  <a:pt x="230316" y="513707"/>
                </a:lnTo>
                <a:cubicBezTo>
                  <a:pt x="225598" y="508992"/>
                  <a:pt x="225598" y="501342"/>
                  <a:pt x="230405" y="496627"/>
                </a:cubicBezTo>
                <a:close/>
                <a:moveTo>
                  <a:pt x="119448" y="483369"/>
                </a:moveTo>
                <a:lnTo>
                  <a:pt x="102536" y="557132"/>
                </a:lnTo>
                <a:lnTo>
                  <a:pt x="176412" y="483369"/>
                </a:lnTo>
                <a:close/>
                <a:moveTo>
                  <a:pt x="275655" y="418404"/>
                </a:moveTo>
                <a:lnTo>
                  <a:pt x="234801" y="459196"/>
                </a:lnTo>
                <a:lnTo>
                  <a:pt x="285001" y="459196"/>
                </a:lnTo>
                <a:close/>
                <a:moveTo>
                  <a:pt x="159412" y="309182"/>
                </a:moveTo>
                <a:lnTo>
                  <a:pt x="146773" y="364104"/>
                </a:lnTo>
                <a:lnTo>
                  <a:pt x="168491" y="346064"/>
                </a:lnTo>
                <a:cubicBezTo>
                  <a:pt x="173653" y="341709"/>
                  <a:pt x="181308" y="342420"/>
                  <a:pt x="185580" y="347574"/>
                </a:cubicBezTo>
                <a:cubicBezTo>
                  <a:pt x="189852" y="352729"/>
                  <a:pt x="189140" y="360372"/>
                  <a:pt x="183978" y="364638"/>
                </a:cubicBezTo>
                <a:lnTo>
                  <a:pt x="146506" y="395742"/>
                </a:lnTo>
                <a:lnTo>
                  <a:pt x="177302" y="426492"/>
                </a:lnTo>
                <a:cubicBezTo>
                  <a:pt x="182020" y="431291"/>
                  <a:pt x="182020" y="438934"/>
                  <a:pt x="177302" y="443644"/>
                </a:cubicBezTo>
                <a:cubicBezTo>
                  <a:pt x="174899" y="445954"/>
                  <a:pt x="171873" y="447199"/>
                  <a:pt x="168758" y="447199"/>
                </a:cubicBezTo>
                <a:cubicBezTo>
                  <a:pt x="165642" y="447199"/>
                  <a:pt x="162527" y="445954"/>
                  <a:pt x="160213" y="443644"/>
                </a:cubicBezTo>
                <a:lnTo>
                  <a:pt x="134490" y="417960"/>
                </a:lnTo>
                <a:lnTo>
                  <a:pt x="124966" y="459196"/>
                </a:lnTo>
                <a:lnTo>
                  <a:pt x="200622" y="459196"/>
                </a:lnTo>
                <a:lnTo>
                  <a:pt x="263817" y="396009"/>
                </a:lnTo>
                <a:close/>
                <a:moveTo>
                  <a:pt x="184957" y="298962"/>
                </a:moveTo>
                <a:lnTo>
                  <a:pt x="263194" y="364104"/>
                </a:lnTo>
                <a:lnTo>
                  <a:pt x="248330" y="298962"/>
                </a:lnTo>
                <a:close/>
                <a:moveTo>
                  <a:pt x="270048" y="241196"/>
                </a:moveTo>
                <a:lnTo>
                  <a:pt x="270048" y="274434"/>
                </a:lnTo>
                <a:lnTo>
                  <a:pt x="332798" y="274434"/>
                </a:lnTo>
                <a:close/>
                <a:moveTo>
                  <a:pt x="140008" y="241196"/>
                </a:moveTo>
                <a:lnTo>
                  <a:pt x="77258" y="274434"/>
                </a:lnTo>
                <a:lnTo>
                  <a:pt x="140008" y="274434"/>
                </a:lnTo>
                <a:close/>
                <a:moveTo>
                  <a:pt x="164218" y="233197"/>
                </a:moveTo>
                <a:lnTo>
                  <a:pt x="164218" y="274434"/>
                </a:lnTo>
                <a:lnTo>
                  <a:pt x="245838" y="274434"/>
                </a:lnTo>
                <a:lnTo>
                  <a:pt x="245838" y="233197"/>
                </a:lnTo>
                <a:close/>
                <a:moveTo>
                  <a:pt x="164218" y="167877"/>
                </a:moveTo>
                <a:lnTo>
                  <a:pt x="164218" y="209025"/>
                </a:lnTo>
                <a:lnTo>
                  <a:pt x="245838" y="209025"/>
                </a:lnTo>
                <a:lnTo>
                  <a:pt x="245838" y="167877"/>
                </a:lnTo>
                <a:close/>
                <a:moveTo>
                  <a:pt x="140008" y="110111"/>
                </a:moveTo>
                <a:lnTo>
                  <a:pt x="77258" y="143260"/>
                </a:lnTo>
                <a:lnTo>
                  <a:pt x="140008" y="143260"/>
                </a:lnTo>
                <a:close/>
                <a:moveTo>
                  <a:pt x="164218" y="102024"/>
                </a:moveTo>
                <a:lnTo>
                  <a:pt x="164218" y="143260"/>
                </a:lnTo>
                <a:lnTo>
                  <a:pt x="245838" y="143260"/>
                </a:lnTo>
                <a:lnTo>
                  <a:pt x="245838" y="102024"/>
                </a:lnTo>
                <a:close/>
                <a:moveTo>
                  <a:pt x="204984" y="33593"/>
                </a:moveTo>
                <a:lnTo>
                  <a:pt x="174899" y="77940"/>
                </a:lnTo>
                <a:lnTo>
                  <a:pt x="235068" y="77940"/>
                </a:lnTo>
                <a:close/>
                <a:moveTo>
                  <a:pt x="204984" y="0"/>
                </a:moveTo>
                <a:cubicBezTo>
                  <a:pt x="208989" y="0"/>
                  <a:pt x="212816" y="1955"/>
                  <a:pt x="215041" y="5332"/>
                </a:cubicBezTo>
                <a:lnTo>
                  <a:pt x="268001" y="83183"/>
                </a:lnTo>
                <a:cubicBezTo>
                  <a:pt x="269336" y="85138"/>
                  <a:pt x="269959" y="87449"/>
                  <a:pt x="270048" y="89760"/>
                </a:cubicBezTo>
                <a:cubicBezTo>
                  <a:pt x="270048" y="89849"/>
                  <a:pt x="270048" y="89937"/>
                  <a:pt x="270048" y="90026"/>
                </a:cubicBezTo>
                <a:lnTo>
                  <a:pt x="270048" y="143260"/>
                </a:lnTo>
                <a:lnTo>
                  <a:pt x="332798" y="143260"/>
                </a:lnTo>
                <a:lnTo>
                  <a:pt x="299776" y="125841"/>
                </a:lnTo>
                <a:cubicBezTo>
                  <a:pt x="293902" y="122731"/>
                  <a:pt x="291676" y="115355"/>
                  <a:pt x="294792" y="109489"/>
                </a:cubicBezTo>
                <a:cubicBezTo>
                  <a:pt x="297907" y="103624"/>
                  <a:pt x="305295" y="101313"/>
                  <a:pt x="311169" y="104512"/>
                </a:cubicBezTo>
                <a:lnTo>
                  <a:pt x="387092" y="144682"/>
                </a:lnTo>
                <a:cubicBezTo>
                  <a:pt x="391365" y="146904"/>
                  <a:pt x="393768" y="151436"/>
                  <a:pt x="393501" y="156057"/>
                </a:cubicBezTo>
                <a:cubicBezTo>
                  <a:pt x="393501" y="156235"/>
                  <a:pt x="393590" y="156413"/>
                  <a:pt x="393590" y="156502"/>
                </a:cubicBezTo>
                <a:lnTo>
                  <a:pt x="393590" y="171432"/>
                </a:lnTo>
                <a:lnTo>
                  <a:pt x="397951" y="171432"/>
                </a:lnTo>
                <a:cubicBezTo>
                  <a:pt x="404627" y="171432"/>
                  <a:pt x="410056" y="176853"/>
                  <a:pt x="410056" y="183519"/>
                </a:cubicBezTo>
                <a:cubicBezTo>
                  <a:pt x="410056" y="190184"/>
                  <a:pt x="404627" y="195605"/>
                  <a:pt x="397951" y="195605"/>
                </a:cubicBezTo>
                <a:lnTo>
                  <a:pt x="393590" y="195605"/>
                </a:lnTo>
                <a:lnTo>
                  <a:pt x="393590" y="199693"/>
                </a:lnTo>
                <a:lnTo>
                  <a:pt x="397951" y="199693"/>
                </a:lnTo>
                <a:cubicBezTo>
                  <a:pt x="404627" y="199693"/>
                  <a:pt x="410056" y="205025"/>
                  <a:pt x="410056" y="211780"/>
                </a:cubicBezTo>
                <a:cubicBezTo>
                  <a:pt x="410056" y="218445"/>
                  <a:pt x="404627" y="223866"/>
                  <a:pt x="397951" y="223866"/>
                </a:cubicBezTo>
                <a:lnTo>
                  <a:pt x="393590" y="223866"/>
                </a:lnTo>
                <a:lnTo>
                  <a:pt x="393590" y="228221"/>
                </a:lnTo>
                <a:cubicBezTo>
                  <a:pt x="393590" y="234886"/>
                  <a:pt x="388160" y="240307"/>
                  <a:pt x="381485" y="240307"/>
                </a:cubicBezTo>
                <a:cubicBezTo>
                  <a:pt x="374809" y="240307"/>
                  <a:pt x="369380" y="234886"/>
                  <a:pt x="369380" y="228221"/>
                </a:cubicBezTo>
                <a:lnTo>
                  <a:pt x="369380" y="223866"/>
                </a:lnTo>
                <a:lnTo>
                  <a:pt x="365018" y="223866"/>
                </a:lnTo>
                <a:cubicBezTo>
                  <a:pt x="358343" y="223866"/>
                  <a:pt x="352913" y="218445"/>
                  <a:pt x="352913" y="211780"/>
                </a:cubicBezTo>
                <a:cubicBezTo>
                  <a:pt x="352913" y="205025"/>
                  <a:pt x="358343" y="199693"/>
                  <a:pt x="365018" y="199693"/>
                </a:cubicBezTo>
                <a:lnTo>
                  <a:pt x="369380" y="199693"/>
                </a:lnTo>
                <a:lnTo>
                  <a:pt x="369380" y="195605"/>
                </a:lnTo>
                <a:lnTo>
                  <a:pt x="365018" y="195605"/>
                </a:lnTo>
                <a:cubicBezTo>
                  <a:pt x="358343" y="195605"/>
                  <a:pt x="352913" y="190184"/>
                  <a:pt x="352913" y="183519"/>
                </a:cubicBezTo>
                <a:cubicBezTo>
                  <a:pt x="352913" y="176853"/>
                  <a:pt x="358343" y="171432"/>
                  <a:pt x="365018" y="171432"/>
                </a:cubicBezTo>
                <a:lnTo>
                  <a:pt x="369380" y="171432"/>
                </a:lnTo>
                <a:lnTo>
                  <a:pt x="369380" y="167433"/>
                </a:lnTo>
                <a:lnTo>
                  <a:pt x="270048" y="167433"/>
                </a:lnTo>
                <a:lnTo>
                  <a:pt x="270048" y="213824"/>
                </a:lnTo>
                <a:lnTo>
                  <a:pt x="387092" y="275855"/>
                </a:lnTo>
                <a:cubicBezTo>
                  <a:pt x="391186" y="277988"/>
                  <a:pt x="393590" y="282254"/>
                  <a:pt x="393501" y="286698"/>
                </a:cubicBezTo>
                <a:cubicBezTo>
                  <a:pt x="393590" y="286787"/>
                  <a:pt x="393590" y="286875"/>
                  <a:pt x="393590" y="286875"/>
                </a:cubicBezTo>
                <a:lnTo>
                  <a:pt x="393590" y="301806"/>
                </a:lnTo>
                <a:lnTo>
                  <a:pt x="397951" y="301806"/>
                </a:lnTo>
                <a:cubicBezTo>
                  <a:pt x="404627" y="301806"/>
                  <a:pt x="410056" y="307227"/>
                  <a:pt x="410056" y="313892"/>
                </a:cubicBezTo>
                <a:cubicBezTo>
                  <a:pt x="410056" y="320558"/>
                  <a:pt x="404627" y="325979"/>
                  <a:pt x="397951" y="325979"/>
                </a:cubicBezTo>
                <a:lnTo>
                  <a:pt x="393590" y="325979"/>
                </a:lnTo>
                <a:lnTo>
                  <a:pt x="393590" y="329978"/>
                </a:lnTo>
                <a:lnTo>
                  <a:pt x="397951" y="329978"/>
                </a:lnTo>
                <a:cubicBezTo>
                  <a:pt x="404627" y="329978"/>
                  <a:pt x="410056" y="335399"/>
                  <a:pt x="410056" y="342064"/>
                </a:cubicBezTo>
                <a:cubicBezTo>
                  <a:pt x="410056" y="348819"/>
                  <a:pt x="404627" y="354151"/>
                  <a:pt x="397951" y="354151"/>
                </a:cubicBezTo>
                <a:lnTo>
                  <a:pt x="393590" y="354151"/>
                </a:lnTo>
                <a:lnTo>
                  <a:pt x="393590" y="358505"/>
                </a:lnTo>
                <a:cubicBezTo>
                  <a:pt x="393590" y="365260"/>
                  <a:pt x="388160" y="370592"/>
                  <a:pt x="381485" y="370592"/>
                </a:cubicBezTo>
                <a:cubicBezTo>
                  <a:pt x="374809" y="370592"/>
                  <a:pt x="369380" y="365260"/>
                  <a:pt x="369380" y="358505"/>
                </a:cubicBezTo>
                <a:lnTo>
                  <a:pt x="369380" y="354151"/>
                </a:lnTo>
                <a:lnTo>
                  <a:pt x="365018" y="354151"/>
                </a:lnTo>
                <a:cubicBezTo>
                  <a:pt x="358343" y="354151"/>
                  <a:pt x="352913" y="348819"/>
                  <a:pt x="352913" y="342064"/>
                </a:cubicBezTo>
                <a:cubicBezTo>
                  <a:pt x="352913" y="335399"/>
                  <a:pt x="358343" y="329978"/>
                  <a:pt x="365018" y="329978"/>
                </a:cubicBezTo>
                <a:lnTo>
                  <a:pt x="369380" y="329978"/>
                </a:lnTo>
                <a:lnTo>
                  <a:pt x="369380" y="325979"/>
                </a:lnTo>
                <a:lnTo>
                  <a:pt x="365018" y="325979"/>
                </a:lnTo>
                <a:cubicBezTo>
                  <a:pt x="358343" y="325979"/>
                  <a:pt x="352913" y="320558"/>
                  <a:pt x="352913" y="313892"/>
                </a:cubicBezTo>
                <a:cubicBezTo>
                  <a:pt x="352913" y="307227"/>
                  <a:pt x="358343" y="301806"/>
                  <a:pt x="365018" y="301806"/>
                </a:cubicBezTo>
                <a:lnTo>
                  <a:pt x="369380" y="301806"/>
                </a:lnTo>
                <a:lnTo>
                  <a:pt x="369380" y="298606"/>
                </a:lnTo>
                <a:lnTo>
                  <a:pt x="273074" y="298606"/>
                </a:lnTo>
                <a:lnTo>
                  <a:pt x="340274" y="591881"/>
                </a:lnTo>
                <a:cubicBezTo>
                  <a:pt x="341788" y="598457"/>
                  <a:pt x="337693" y="604856"/>
                  <a:pt x="331196" y="606367"/>
                </a:cubicBezTo>
                <a:cubicBezTo>
                  <a:pt x="330306" y="606633"/>
                  <a:pt x="329416" y="606722"/>
                  <a:pt x="328525" y="606722"/>
                </a:cubicBezTo>
                <a:cubicBezTo>
                  <a:pt x="326211" y="606722"/>
                  <a:pt x="324075" y="606011"/>
                  <a:pt x="322117" y="604856"/>
                </a:cubicBezTo>
                <a:lnTo>
                  <a:pt x="319180" y="602367"/>
                </a:lnTo>
                <a:lnTo>
                  <a:pt x="263016" y="547534"/>
                </a:lnTo>
                <a:cubicBezTo>
                  <a:pt x="258299" y="542824"/>
                  <a:pt x="258299" y="535181"/>
                  <a:pt x="263016" y="530382"/>
                </a:cubicBezTo>
                <a:cubicBezTo>
                  <a:pt x="267734" y="525672"/>
                  <a:pt x="275388" y="525672"/>
                  <a:pt x="280106" y="530382"/>
                </a:cubicBezTo>
                <a:lnTo>
                  <a:pt x="307698" y="557932"/>
                </a:lnTo>
                <a:lnTo>
                  <a:pt x="290608" y="483369"/>
                </a:lnTo>
                <a:lnTo>
                  <a:pt x="210591" y="483369"/>
                </a:lnTo>
                <a:lnTo>
                  <a:pt x="90698" y="603167"/>
                </a:lnTo>
                <a:cubicBezTo>
                  <a:pt x="88295" y="605478"/>
                  <a:pt x="85180" y="606722"/>
                  <a:pt x="82065" y="606722"/>
                </a:cubicBezTo>
                <a:cubicBezTo>
                  <a:pt x="81976" y="606722"/>
                  <a:pt x="81887" y="606633"/>
                  <a:pt x="81798" y="606633"/>
                </a:cubicBezTo>
                <a:cubicBezTo>
                  <a:pt x="80819" y="606722"/>
                  <a:pt x="79839" y="606633"/>
                  <a:pt x="78771" y="606367"/>
                </a:cubicBezTo>
                <a:cubicBezTo>
                  <a:pt x="72274" y="604856"/>
                  <a:pt x="68179" y="598457"/>
                  <a:pt x="69693" y="591881"/>
                </a:cubicBezTo>
                <a:lnTo>
                  <a:pt x="136982" y="298606"/>
                </a:lnTo>
                <a:lnTo>
                  <a:pt x="40676" y="298606"/>
                </a:lnTo>
                <a:lnTo>
                  <a:pt x="40676" y="301806"/>
                </a:lnTo>
                <a:lnTo>
                  <a:pt x="45038" y="301806"/>
                </a:lnTo>
                <a:cubicBezTo>
                  <a:pt x="51713" y="301806"/>
                  <a:pt x="57143" y="307227"/>
                  <a:pt x="57143" y="313892"/>
                </a:cubicBezTo>
                <a:cubicBezTo>
                  <a:pt x="57143" y="320558"/>
                  <a:pt x="51713" y="325979"/>
                  <a:pt x="45038" y="325979"/>
                </a:cubicBezTo>
                <a:lnTo>
                  <a:pt x="40676" y="325979"/>
                </a:lnTo>
                <a:lnTo>
                  <a:pt x="40676" y="329978"/>
                </a:lnTo>
                <a:lnTo>
                  <a:pt x="45038" y="329978"/>
                </a:lnTo>
                <a:cubicBezTo>
                  <a:pt x="51713" y="329978"/>
                  <a:pt x="57143" y="335399"/>
                  <a:pt x="57143" y="342064"/>
                </a:cubicBezTo>
                <a:cubicBezTo>
                  <a:pt x="57143" y="348819"/>
                  <a:pt x="51713" y="354151"/>
                  <a:pt x="45038" y="354151"/>
                </a:cubicBezTo>
                <a:lnTo>
                  <a:pt x="40676" y="354151"/>
                </a:lnTo>
                <a:lnTo>
                  <a:pt x="40676" y="358505"/>
                </a:lnTo>
                <a:cubicBezTo>
                  <a:pt x="40676" y="365260"/>
                  <a:pt x="35247" y="370592"/>
                  <a:pt x="28571" y="370592"/>
                </a:cubicBezTo>
                <a:cubicBezTo>
                  <a:pt x="21896" y="370592"/>
                  <a:pt x="16466" y="365260"/>
                  <a:pt x="16466" y="358505"/>
                </a:cubicBezTo>
                <a:lnTo>
                  <a:pt x="16466" y="354151"/>
                </a:lnTo>
                <a:lnTo>
                  <a:pt x="12105" y="354151"/>
                </a:lnTo>
                <a:cubicBezTo>
                  <a:pt x="5429" y="354151"/>
                  <a:pt x="0" y="348819"/>
                  <a:pt x="0" y="342064"/>
                </a:cubicBezTo>
                <a:cubicBezTo>
                  <a:pt x="0" y="335399"/>
                  <a:pt x="5429" y="329978"/>
                  <a:pt x="12105" y="329978"/>
                </a:cubicBezTo>
                <a:lnTo>
                  <a:pt x="16466" y="329978"/>
                </a:lnTo>
                <a:lnTo>
                  <a:pt x="16466" y="325979"/>
                </a:lnTo>
                <a:lnTo>
                  <a:pt x="12105" y="325979"/>
                </a:lnTo>
                <a:cubicBezTo>
                  <a:pt x="5429" y="325979"/>
                  <a:pt x="0" y="320558"/>
                  <a:pt x="0" y="313892"/>
                </a:cubicBezTo>
                <a:cubicBezTo>
                  <a:pt x="0" y="307227"/>
                  <a:pt x="5429" y="301806"/>
                  <a:pt x="12105" y="301806"/>
                </a:cubicBezTo>
                <a:lnTo>
                  <a:pt x="16466" y="301806"/>
                </a:lnTo>
                <a:lnTo>
                  <a:pt x="16466" y="286875"/>
                </a:lnTo>
                <a:cubicBezTo>
                  <a:pt x="16466" y="286875"/>
                  <a:pt x="16466" y="286787"/>
                  <a:pt x="16466" y="286698"/>
                </a:cubicBezTo>
                <a:cubicBezTo>
                  <a:pt x="16377" y="282254"/>
                  <a:pt x="18781" y="277988"/>
                  <a:pt x="22875" y="275855"/>
                </a:cubicBezTo>
                <a:lnTo>
                  <a:pt x="140008" y="213824"/>
                </a:lnTo>
                <a:lnTo>
                  <a:pt x="140008" y="167433"/>
                </a:lnTo>
                <a:lnTo>
                  <a:pt x="40676" y="167433"/>
                </a:lnTo>
                <a:lnTo>
                  <a:pt x="40676" y="171432"/>
                </a:lnTo>
                <a:lnTo>
                  <a:pt x="45038" y="171432"/>
                </a:lnTo>
                <a:cubicBezTo>
                  <a:pt x="51713" y="171432"/>
                  <a:pt x="57143" y="176853"/>
                  <a:pt x="57143" y="183519"/>
                </a:cubicBezTo>
                <a:cubicBezTo>
                  <a:pt x="57143" y="190184"/>
                  <a:pt x="51713" y="195605"/>
                  <a:pt x="45038" y="195605"/>
                </a:cubicBezTo>
                <a:lnTo>
                  <a:pt x="40676" y="195605"/>
                </a:lnTo>
                <a:lnTo>
                  <a:pt x="40676" y="199693"/>
                </a:lnTo>
                <a:lnTo>
                  <a:pt x="45038" y="199693"/>
                </a:lnTo>
                <a:cubicBezTo>
                  <a:pt x="51713" y="199693"/>
                  <a:pt x="57143" y="205025"/>
                  <a:pt x="57143" y="211780"/>
                </a:cubicBezTo>
                <a:cubicBezTo>
                  <a:pt x="57143" y="218445"/>
                  <a:pt x="51713" y="223866"/>
                  <a:pt x="45038" y="223866"/>
                </a:cubicBezTo>
                <a:lnTo>
                  <a:pt x="40676" y="223866"/>
                </a:lnTo>
                <a:lnTo>
                  <a:pt x="40676" y="228221"/>
                </a:lnTo>
                <a:cubicBezTo>
                  <a:pt x="40676" y="234886"/>
                  <a:pt x="35247" y="240307"/>
                  <a:pt x="28571" y="240307"/>
                </a:cubicBezTo>
                <a:cubicBezTo>
                  <a:pt x="21896" y="240307"/>
                  <a:pt x="16466" y="234886"/>
                  <a:pt x="16466" y="228221"/>
                </a:cubicBezTo>
                <a:lnTo>
                  <a:pt x="16466" y="223866"/>
                </a:lnTo>
                <a:lnTo>
                  <a:pt x="12105" y="223866"/>
                </a:lnTo>
                <a:cubicBezTo>
                  <a:pt x="5429" y="223866"/>
                  <a:pt x="0" y="218445"/>
                  <a:pt x="0" y="211780"/>
                </a:cubicBezTo>
                <a:cubicBezTo>
                  <a:pt x="0" y="205025"/>
                  <a:pt x="5429" y="199693"/>
                  <a:pt x="12105" y="199693"/>
                </a:cubicBezTo>
                <a:lnTo>
                  <a:pt x="16466" y="199693"/>
                </a:lnTo>
                <a:lnTo>
                  <a:pt x="16466" y="195605"/>
                </a:lnTo>
                <a:lnTo>
                  <a:pt x="12105" y="195605"/>
                </a:lnTo>
                <a:cubicBezTo>
                  <a:pt x="5429" y="195605"/>
                  <a:pt x="0" y="190184"/>
                  <a:pt x="0" y="183519"/>
                </a:cubicBezTo>
                <a:cubicBezTo>
                  <a:pt x="0" y="176853"/>
                  <a:pt x="5429" y="171432"/>
                  <a:pt x="12105" y="171432"/>
                </a:cubicBezTo>
                <a:lnTo>
                  <a:pt x="16466" y="171432"/>
                </a:lnTo>
                <a:lnTo>
                  <a:pt x="16466" y="156502"/>
                </a:lnTo>
                <a:cubicBezTo>
                  <a:pt x="16466" y="156413"/>
                  <a:pt x="16466" y="156235"/>
                  <a:pt x="16466" y="156057"/>
                </a:cubicBezTo>
                <a:cubicBezTo>
                  <a:pt x="16199" y="151436"/>
                  <a:pt x="18692" y="146904"/>
                  <a:pt x="22875" y="144682"/>
                </a:cubicBezTo>
                <a:lnTo>
                  <a:pt x="143747" y="80695"/>
                </a:lnTo>
                <a:lnTo>
                  <a:pt x="195015" y="5332"/>
                </a:lnTo>
                <a:cubicBezTo>
                  <a:pt x="197240" y="1955"/>
                  <a:pt x="200978" y="0"/>
                  <a:pt x="204984" y="0"/>
                </a:cubicBezTo>
                <a:close/>
              </a:path>
            </a:pathLst>
          </a:custGeom>
          <a:solidFill>
            <a:srgbClr val="004C3E"/>
          </a:solidFill>
          <a:ln>
            <a:noFill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灯片编号占位符 14"/>
          <p:cNvSpPr txBox="1"/>
          <p:nvPr/>
        </p:nvSpPr>
        <p:spPr>
          <a:xfrm>
            <a:off x="11369190" y="6363644"/>
            <a:ext cx="647128" cy="36512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8CC980D-0398-4DDF-ABEC-A8D4C7DCE7DC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79525" y="5748655"/>
            <a:ext cx="9080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基础背景</a:t>
            </a:r>
            <a:r>
              <a:rPr lang="en-US" altLang="zh-CN"/>
              <a:t> </a:t>
            </a:r>
            <a:r>
              <a:rPr lang="zh-CN" altLang="en-US"/>
              <a:t>理论概念部分的模板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4420870" y="268033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内容</a:t>
            </a:r>
            <a:r>
              <a:rPr lang="en-US" altLang="zh-CN"/>
              <a:t> </a:t>
            </a:r>
            <a:r>
              <a:rPr lang="zh-CN" altLang="en-US"/>
              <a:t>和文字配图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文字</a:t>
            </a:r>
            <a:r>
              <a:rPr lang="zh-CN" altLang="en-US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/>
                <a:cs typeface="+mn-ea"/>
                <a:sym typeface="+mn-lt"/>
              </a:rPr>
              <a:t>字号17 中文微软雅黑  英文times new roman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59" y="819776"/>
            <a:ext cx="6096000" cy="511164"/>
          </a:xfrm>
          <a:prstGeom prst="rect">
            <a:avLst/>
          </a:prstGeom>
          <a:gradFill>
            <a:gsLst>
              <a:gs pos="0">
                <a:srgbClr val="006F69">
                  <a:alpha val="25000"/>
                </a:srgbClr>
              </a:gs>
              <a:gs pos="100000">
                <a:srgbClr val="006F69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5682" y="892623"/>
            <a:ext cx="11456159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小标题</a:t>
            </a:r>
            <a:r>
              <a:rPr lang="en-US" altLang="zh-CN" sz="2000" b="1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lang="zh-CN" altLang="en-US" sz="2000" b="1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字号</a:t>
            </a:r>
            <a:r>
              <a:rPr lang="en-US" altLang="zh-CN" sz="2000" b="1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20 </a:t>
            </a:r>
            <a:r>
              <a:rPr lang="zh-CN" altLang="en-US" sz="2000" b="1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中文微软雅黑</a:t>
            </a:r>
            <a:r>
              <a:rPr lang="en-US" altLang="zh-CN" sz="2000" b="1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2000" b="1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英文</a:t>
            </a:r>
            <a:r>
              <a:rPr lang="en-US" altLang="zh-CN" sz="2000" b="1" noProof="0" dirty="0">
                <a:ln>
                  <a:noFill/>
                </a:ln>
                <a:solidFill>
                  <a:srgbClr val="004C3E"/>
                </a:solidFill>
                <a:effectLst>
                  <a:glow rad="63500">
                    <a:prstClr val="white"/>
                  </a:glow>
                </a:effectLst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times new roman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4C3E"/>
              </a:solidFill>
              <a:effectLst>
                <a:glow rad="63500">
                  <a:prstClr val="white"/>
                </a:glow>
              </a:effectLst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004C3E"/>
              </a:solidFill>
              <a:effectLst>
                <a:glow rad="63500">
                  <a:prstClr val="white"/>
                </a:glow>
              </a:effectLst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electric-tower_183384"/>
          <p:cNvSpPr/>
          <p:nvPr/>
        </p:nvSpPr>
        <p:spPr>
          <a:xfrm>
            <a:off x="351365" y="898501"/>
            <a:ext cx="252070" cy="372964"/>
          </a:xfrm>
          <a:custGeom>
            <a:avLst/>
            <a:gdLst>
              <a:gd name="connsiteX0" fmla="*/ 230405 w 410056"/>
              <a:gd name="connsiteY0" fmla="*/ 496627 h 606722"/>
              <a:gd name="connsiteX1" fmla="*/ 247498 w 410056"/>
              <a:gd name="connsiteY1" fmla="*/ 496716 h 606722"/>
              <a:gd name="connsiteX2" fmla="*/ 253552 w 410056"/>
              <a:gd name="connsiteY2" fmla="*/ 502765 h 606722"/>
              <a:gd name="connsiteX3" fmla="*/ 253463 w 410056"/>
              <a:gd name="connsiteY3" fmla="*/ 519845 h 606722"/>
              <a:gd name="connsiteX4" fmla="*/ 244916 w 410056"/>
              <a:gd name="connsiteY4" fmla="*/ 523314 h 606722"/>
              <a:gd name="connsiteX5" fmla="*/ 236370 w 410056"/>
              <a:gd name="connsiteY5" fmla="*/ 519756 h 606722"/>
              <a:gd name="connsiteX6" fmla="*/ 230316 w 410056"/>
              <a:gd name="connsiteY6" fmla="*/ 513707 h 606722"/>
              <a:gd name="connsiteX7" fmla="*/ 230405 w 410056"/>
              <a:gd name="connsiteY7" fmla="*/ 496627 h 606722"/>
              <a:gd name="connsiteX8" fmla="*/ 119448 w 410056"/>
              <a:gd name="connsiteY8" fmla="*/ 483369 h 606722"/>
              <a:gd name="connsiteX9" fmla="*/ 102536 w 410056"/>
              <a:gd name="connsiteY9" fmla="*/ 557132 h 606722"/>
              <a:gd name="connsiteX10" fmla="*/ 176412 w 410056"/>
              <a:gd name="connsiteY10" fmla="*/ 483369 h 606722"/>
              <a:gd name="connsiteX11" fmla="*/ 275655 w 410056"/>
              <a:gd name="connsiteY11" fmla="*/ 418404 h 606722"/>
              <a:gd name="connsiteX12" fmla="*/ 234801 w 410056"/>
              <a:gd name="connsiteY12" fmla="*/ 459196 h 606722"/>
              <a:gd name="connsiteX13" fmla="*/ 285001 w 410056"/>
              <a:gd name="connsiteY13" fmla="*/ 459196 h 606722"/>
              <a:gd name="connsiteX14" fmla="*/ 159412 w 410056"/>
              <a:gd name="connsiteY14" fmla="*/ 309182 h 606722"/>
              <a:gd name="connsiteX15" fmla="*/ 146773 w 410056"/>
              <a:gd name="connsiteY15" fmla="*/ 364104 h 606722"/>
              <a:gd name="connsiteX16" fmla="*/ 168491 w 410056"/>
              <a:gd name="connsiteY16" fmla="*/ 346064 h 606722"/>
              <a:gd name="connsiteX17" fmla="*/ 185580 w 410056"/>
              <a:gd name="connsiteY17" fmla="*/ 347574 h 606722"/>
              <a:gd name="connsiteX18" fmla="*/ 183978 w 410056"/>
              <a:gd name="connsiteY18" fmla="*/ 364638 h 606722"/>
              <a:gd name="connsiteX19" fmla="*/ 146506 w 410056"/>
              <a:gd name="connsiteY19" fmla="*/ 395742 h 606722"/>
              <a:gd name="connsiteX20" fmla="*/ 177302 w 410056"/>
              <a:gd name="connsiteY20" fmla="*/ 426492 h 606722"/>
              <a:gd name="connsiteX21" fmla="*/ 177302 w 410056"/>
              <a:gd name="connsiteY21" fmla="*/ 443644 h 606722"/>
              <a:gd name="connsiteX22" fmla="*/ 168758 w 410056"/>
              <a:gd name="connsiteY22" fmla="*/ 447199 h 606722"/>
              <a:gd name="connsiteX23" fmla="*/ 160213 w 410056"/>
              <a:gd name="connsiteY23" fmla="*/ 443644 h 606722"/>
              <a:gd name="connsiteX24" fmla="*/ 134490 w 410056"/>
              <a:gd name="connsiteY24" fmla="*/ 417960 h 606722"/>
              <a:gd name="connsiteX25" fmla="*/ 124966 w 410056"/>
              <a:gd name="connsiteY25" fmla="*/ 459196 h 606722"/>
              <a:gd name="connsiteX26" fmla="*/ 200622 w 410056"/>
              <a:gd name="connsiteY26" fmla="*/ 459196 h 606722"/>
              <a:gd name="connsiteX27" fmla="*/ 263817 w 410056"/>
              <a:gd name="connsiteY27" fmla="*/ 396009 h 606722"/>
              <a:gd name="connsiteX28" fmla="*/ 184957 w 410056"/>
              <a:gd name="connsiteY28" fmla="*/ 298962 h 606722"/>
              <a:gd name="connsiteX29" fmla="*/ 263194 w 410056"/>
              <a:gd name="connsiteY29" fmla="*/ 364104 h 606722"/>
              <a:gd name="connsiteX30" fmla="*/ 248330 w 410056"/>
              <a:gd name="connsiteY30" fmla="*/ 298962 h 606722"/>
              <a:gd name="connsiteX31" fmla="*/ 270048 w 410056"/>
              <a:gd name="connsiteY31" fmla="*/ 241196 h 606722"/>
              <a:gd name="connsiteX32" fmla="*/ 270048 w 410056"/>
              <a:gd name="connsiteY32" fmla="*/ 274434 h 606722"/>
              <a:gd name="connsiteX33" fmla="*/ 332798 w 410056"/>
              <a:gd name="connsiteY33" fmla="*/ 274434 h 606722"/>
              <a:gd name="connsiteX34" fmla="*/ 140008 w 410056"/>
              <a:gd name="connsiteY34" fmla="*/ 241196 h 606722"/>
              <a:gd name="connsiteX35" fmla="*/ 77258 w 410056"/>
              <a:gd name="connsiteY35" fmla="*/ 274434 h 606722"/>
              <a:gd name="connsiteX36" fmla="*/ 140008 w 410056"/>
              <a:gd name="connsiteY36" fmla="*/ 274434 h 606722"/>
              <a:gd name="connsiteX37" fmla="*/ 164218 w 410056"/>
              <a:gd name="connsiteY37" fmla="*/ 233197 h 606722"/>
              <a:gd name="connsiteX38" fmla="*/ 164218 w 410056"/>
              <a:gd name="connsiteY38" fmla="*/ 274434 h 606722"/>
              <a:gd name="connsiteX39" fmla="*/ 245838 w 410056"/>
              <a:gd name="connsiteY39" fmla="*/ 274434 h 606722"/>
              <a:gd name="connsiteX40" fmla="*/ 245838 w 410056"/>
              <a:gd name="connsiteY40" fmla="*/ 233197 h 606722"/>
              <a:gd name="connsiteX41" fmla="*/ 164218 w 410056"/>
              <a:gd name="connsiteY41" fmla="*/ 167877 h 606722"/>
              <a:gd name="connsiteX42" fmla="*/ 164218 w 410056"/>
              <a:gd name="connsiteY42" fmla="*/ 209025 h 606722"/>
              <a:gd name="connsiteX43" fmla="*/ 245838 w 410056"/>
              <a:gd name="connsiteY43" fmla="*/ 209025 h 606722"/>
              <a:gd name="connsiteX44" fmla="*/ 245838 w 410056"/>
              <a:gd name="connsiteY44" fmla="*/ 167877 h 606722"/>
              <a:gd name="connsiteX45" fmla="*/ 140008 w 410056"/>
              <a:gd name="connsiteY45" fmla="*/ 110111 h 606722"/>
              <a:gd name="connsiteX46" fmla="*/ 77258 w 410056"/>
              <a:gd name="connsiteY46" fmla="*/ 143260 h 606722"/>
              <a:gd name="connsiteX47" fmla="*/ 140008 w 410056"/>
              <a:gd name="connsiteY47" fmla="*/ 143260 h 606722"/>
              <a:gd name="connsiteX48" fmla="*/ 164218 w 410056"/>
              <a:gd name="connsiteY48" fmla="*/ 102024 h 606722"/>
              <a:gd name="connsiteX49" fmla="*/ 164218 w 410056"/>
              <a:gd name="connsiteY49" fmla="*/ 143260 h 606722"/>
              <a:gd name="connsiteX50" fmla="*/ 245838 w 410056"/>
              <a:gd name="connsiteY50" fmla="*/ 143260 h 606722"/>
              <a:gd name="connsiteX51" fmla="*/ 245838 w 410056"/>
              <a:gd name="connsiteY51" fmla="*/ 102024 h 606722"/>
              <a:gd name="connsiteX52" fmla="*/ 204984 w 410056"/>
              <a:gd name="connsiteY52" fmla="*/ 33593 h 606722"/>
              <a:gd name="connsiteX53" fmla="*/ 174899 w 410056"/>
              <a:gd name="connsiteY53" fmla="*/ 77940 h 606722"/>
              <a:gd name="connsiteX54" fmla="*/ 235068 w 410056"/>
              <a:gd name="connsiteY54" fmla="*/ 77940 h 606722"/>
              <a:gd name="connsiteX55" fmla="*/ 204984 w 410056"/>
              <a:gd name="connsiteY55" fmla="*/ 0 h 606722"/>
              <a:gd name="connsiteX56" fmla="*/ 215041 w 410056"/>
              <a:gd name="connsiteY56" fmla="*/ 5332 h 606722"/>
              <a:gd name="connsiteX57" fmla="*/ 268001 w 410056"/>
              <a:gd name="connsiteY57" fmla="*/ 83183 h 606722"/>
              <a:gd name="connsiteX58" fmla="*/ 270048 w 410056"/>
              <a:gd name="connsiteY58" fmla="*/ 89760 h 606722"/>
              <a:gd name="connsiteX59" fmla="*/ 270048 w 410056"/>
              <a:gd name="connsiteY59" fmla="*/ 90026 h 606722"/>
              <a:gd name="connsiteX60" fmla="*/ 270048 w 410056"/>
              <a:gd name="connsiteY60" fmla="*/ 143260 h 606722"/>
              <a:gd name="connsiteX61" fmla="*/ 332798 w 410056"/>
              <a:gd name="connsiteY61" fmla="*/ 143260 h 606722"/>
              <a:gd name="connsiteX62" fmla="*/ 299776 w 410056"/>
              <a:gd name="connsiteY62" fmla="*/ 125841 h 606722"/>
              <a:gd name="connsiteX63" fmla="*/ 294792 w 410056"/>
              <a:gd name="connsiteY63" fmla="*/ 109489 h 606722"/>
              <a:gd name="connsiteX64" fmla="*/ 311169 w 410056"/>
              <a:gd name="connsiteY64" fmla="*/ 104512 h 606722"/>
              <a:gd name="connsiteX65" fmla="*/ 387092 w 410056"/>
              <a:gd name="connsiteY65" fmla="*/ 144682 h 606722"/>
              <a:gd name="connsiteX66" fmla="*/ 393501 w 410056"/>
              <a:gd name="connsiteY66" fmla="*/ 156057 h 606722"/>
              <a:gd name="connsiteX67" fmla="*/ 393590 w 410056"/>
              <a:gd name="connsiteY67" fmla="*/ 156502 h 606722"/>
              <a:gd name="connsiteX68" fmla="*/ 393590 w 410056"/>
              <a:gd name="connsiteY68" fmla="*/ 171432 h 606722"/>
              <a:gd name="connsiteX69" fmla="*/ 397951 w 410056"/>
              <a:gd name="connsiteY69" fmla="*/ 171432 h 606722"/>
              <a:gd name="connsiteX70" fmla="*/ 410056 w 410056"/>
              <a:gd name="connsiteY70" fmla="*/ 183519 h 606722"/>
              <a:gd name="connsiteX71" fmla="*/ 397951 w 410056"/>
              <a:gd name="connsiteY71" fmla="*/ 195605 h 606722"/>
              <a:gd name="connsiteX72" fmla="*/ 393590 w 410056"/>
              <a:gd name="connsiteY72" fmla="*/ 195605 h 606722"/>
              <a:gd name="connsiteX73" fmla="*/ 393590 w 410056"/>
              <a:gd name="connsiteY73" fmla="*/ 199693 h 606722"/>
              <a:gd name="connsiteX74" fmla="*/ 397951 w 410056"/>
              <a:gd name="connsiteY74" fmla="*/ 199693 h 606722"/>
              <a:gd name="connsiteX75" fmla="*/ 410056 w 410056"/>
              <a:gd name="connsiteY75" fmla="*/ 211780 h 606722"/>
              <a:gd name="connsiteX76" fmla="*/ 397951 w 410056"/>
              <a:gd name="connsiteY76" fmla="*/ 223866 h 606722"/>
              <a:gd name="connsiteX77" fmla="*/ 393590 w 410056"/>
              <a:gd name="connsiteY77" fmla="*/ 223866 h 606722"/>
              <a:gd name="connsiteX78" fmla="*/ 393590 w 410056"/>
              <a:gd name="connsiteY78" fmla="*/ 228221 h 606722"/>
              <a:gd name="connsiteX79" fmla="*/ 381485 w 410056"/>
              <a:gd name="connsiteY79" fmla="*/ 240307 h 606722"/>
              <a:gd name="connsiteX80" fmla="*/ 369380 w 410056"/>
              <a:gd name="connsiteY80" fmla="*/ 228221 h 606722"/>
              <a:gd name="connsiteX81" fmla="*/ 369380 w 410056"/>
              <a:gd name="connsiteY81" fmla="*/ 223866 h 606722"/>
              <a:gd name="connsiteX82" fmla="*/ 365018 w 410056"/>
              <a:gd name="connsiteY82" fmla="*/ 223866 h 606722"/>
              <a:gd name="connsiteX83" fmla="*/ 352913 w 410056"/>
              <a:gd name="connsiteY83" fmla="*/ 211780 h 606722"/>
              <a:gd name="connsiteX84" fmla="*/ 365018 w 410056"/>
              <a:gd name="connsiteY84" fmla="*/ 199693 h 606722"/>
              <a:gd name="connsiteX85" fmla="*/ 369380 w 410056"/>
              <a:gd name="connsiteY85" fmla="*/ 199693 h 606722"/>
              <a:gd name="connsiteX86" fmla="*/ 369380 w 410056"/>
              <a:gd name="connsiteY86" fmla="*/ 195605 h 606722"/>
              <a:gd name="connsiteX87" fmla="*/ 365018 w 410056"/>
              <a:gd name="connsiteY87" fmla="*/ 195605 h 606722"/>
              <a:gd name="connsiteX88" fmla="*/ 352913 w 410056"/>
              <a:gd name="connsiteY88" fmla="*/ 183519 h 606722"/>
              <a:gd name="connsiteX89" fmla="*/ 365018 w 410056"/>
              <a:gd name="connsiteY89" fmla="*/ 171432 h 606722"/>
              <a:gd name="connsiteX90" fmla="*/ 369380 w 410056"/>
              <a:gd name="connsiteY90" fmla="*/ 171432 h 606722"/>
              <a:gd name="connsiteX91" fmla="*/ 369380 w 410056"/>
              <a:gd name="connsiteY91" fmla="*/ 167433 h 606722"/>
              <a:gd name="connsiteX92" fmla="*/ 270048 w 410056"/>
              <a:gd name="connsiteY92" fmla="*/ 167433 h 606722"/>
              <a:gd name="connsiteX93" fmla="*/ 270048 w 410056"/>
              <a:gd name="connsiteY93" fmla="*/ 213824 h 606722"/>
              <a:gd name="connsiteX94" fmla="*/ 387092 w 410056"/>
              <a:gd name="connsiteY94" fmla="*/ 275855 h 606722"/>
              <a:gd name="connsiteX95" fmla="*/ 393501 w 410056"/>
              <a:gd name="connsiteY95" fmla="*/ 286698 h 606722"/>
              <a:gd name="connsiteX96" fmla="*/ 393590 w 410056"/>
              <a:gd name="connsiteY96" fmla="*/ 286875 h 606722"/>
              <a:gd name="connsiteX97" fmla="*/ 393590 w 410056"/>
              <a:gd name="connsiteY97" fmla="*/ 301806 h 606722"/>
              <a:gd name="connsiteX98" fmla="*/ 397951 w 410056"/>
              <a:gd name="connsiteY98" fmla="*/ 301806 h 606722"/>
              <a:gd name="connsiteX99" fmla="*/ 410056 w 410056"/>
              <a:gd name="connsiteY99" fmla="*/ 313892 h 606722"/>
              <a:gd name="connsiteX100" fmla="*/ 397951 w 410056"/>
              <a:gd name="connsiteY100" fmla="*/ 325979 h 606722"/>
              <a:gd name="connsiteX101" fmla="*/ 393590 w 410056"/>
              <a:gd name="connsiteY101" fmla="*/ 325979 h 606722"/>
              <a:gd name="connsiteX102" fmla="*/ 393590 w 410056"/>
              <a:gd name="connsiteY102" fmla="*/ 329978 h 606722"/>
              <a:gd name="connsiteX103" fmla="*/ 397951 w 410056"/>
              <a:gd name="connsiteY103" fmla="*/ 329978 h 606722"/>
              <a:gd name="connsiteX104" fmla="*/ 410056 w 410056"/>
              <a:gd name="connsiteY104" fmla="*/ 342064 h 606722"/>
              <a:gd name="connsiteX105" fmla="*/ 397951 w 410056"/>
              <a:gd name="connsiteY105" fmla="*/ 354151 h 606722"/>
              <a:gd name="connsiteX106" fmla="*/ 393590 w 410056"/>
              <a:gd name="connsiteY106" fmla="*/ 354151 h 606722"/>
              <a:gd name="connsiteX107" fmla="*/ 393590 w 410056"/>
              <a:gd name="connsiteY107" fmla="*/ 358505 h 606722"/>
              <a:gd name="connsiteX108" fmla="*/ 381485 w 410056"/>
              <a:gd name="connsiteY108" fmla="*/ 370592 h 606722"/>
              <a:gd name="connsiteX109" fmla="*/ 369380 w 410056"/>
              <a:gd name="connsiteY109" fmla="*/ 358505 h 606722"/>
              <a:gd name="connsiteX110" fmla="*/ 369380 w 410056"/>
              <a:gd name="connsiteY110" fmla="*/ 354151 h 606722"/>
              <a:gd name="connsiteX111" fmla="*/ 365018 w 410056"/>
              <a:gd name="connsiteY111" fmla="*/ 354151 h 606722"/>
              <a:gd name="connsiteX112" fmla="*/ 352913 w 410056"/>
              <a:gd name="connsiteY112" fmla="*/ 342064 h 606722"/>
              <a:gd name="connsiteX113" fmla="*/ 365018 w 410056"/>
              <a:gd name="connsiteY113" fmla="*/ 329978 h 606722"/>
              <a:gd name="connsiteX114" fmla="*/ 369380 w 410056"/>
              <a:gd name="connsiteY114" fmla="*/ 329978 h 606722"/>
              <a:gd name="connsiteX115" fmla="*/ 369380 w 410056"/>
              <a:gd name="connsiteY115" fmla="*/ 325979 h 606722"/>
              <a:gd name="connsiteX116" fmla="*/ 365018 w 410056"/>
              <a:gd name="connsiteY116" fmla="*/ 325979 h 606722"/>
              <a:gd name="connsiteX117" fmla="*/ 352913 w 410056"/>
              <a:gd name="connsiteY117" fmla="*/ 313892 h 606722"/>
              <a:gd name="connsiteX118" fmla="*/ 365018 w 410056"/>
              <a:gd name="connsiteY118" fmla="*/ 301806 h 606722"/>
              <a:gd name="connsiteX119" fmla="*/ 369380 w 410056"/>
              <a:gd name="connsiteY119" fmla="*/ 301806 h 606722"/>
              <a:gd name="connsiteX120" fmla="*/ 369380 w 410056"/>
              <a:gd name="connsiteY120" fmla="*/ 298606 h 606722"/>
              <a:gd name="connsiteX121" fmla="*/ 273074 w 410056"/>
              <a:gd name="connsiteY121" fmla="*/ 298606 h 606722"/>
              <a:gd name="connsiteX122" fmla="*/ 340274 w 410056"/>
              <a:gd name="connsiteY122" fmla="*/ 591881 h 606722"/>
              <a:gd name="connsiteX123" fmla="*/ 331196 w 410056"/>
              <a:gd name="connsiteY123" fmla="*/ 606367 h 606722"/>
              <a:gd name="connsiteX124" fmla="*/ 328525 w 410056"/>
              <a:gd name="connsiteY124" fmla="*/ 606722 h 606722"/>
              <a:gd name="connsiteX125" fmla="*/ 322117 w 410056"/>
              <a:gd name="connsiteY125" fmla="*/ 604856 h 606722"/>
              <a:gd name="connsiteX126" fmla="*/ 319180 w 410056"/>
              <a:gd name="connsiteY126" fmla="*/ 602367 h 606722"/>
              <a:gd name="connsiteX127" fmla="*/ 263016 w 410056"/>
              <a:gd name="connsiteY127" fmla="*/ 547534 h 606722"/>
              <a:gd name="connsiteX128" fmla="*/ 263016 w 410056"/>
              <a:gd name="connsiteY128" fmla="*/ 530382 h 606722"/>
              <a:gd name="connsiteX129" fmla="*/ 280106 w 410056"/>
              <a:gd name="connsiteY129" fmla="*/ 530382 h 606722"/>
              <a:gd name="connsiteX130" fmla="*/ 307698 w 410056"/>
              <a:gd name="connsiteY130" fmla="*/ 557932 h 606722"/>
              <a:gd name="connsiteX131" fmla="*/ 290608 w 410056"/>
              <a:gd name="connsiteY131" fmla="*/ 483369 h 606722"/>
              <a:gd name="connsiteX132" fmla="*/ 210591 w 410056"/>
              <a:gd name="connsiteY132" fmla="*/ 483369 h 606722"/>
              <a:gd name="connsiteX133" fmla="*/ 90698 w 410056"/>
              <a:gd name="connsiteY133" fmla="*/ 603167 h 606722"/>
              <a:gd name="connsiteX134" fmla="*/ 82065 w 410056"/>
              <a:gd name="connsiteY134" fmla="*/ 606722 h 606722"/>
              <a:gd name="connsiteX135" fmla="*/ 81798 w 410056"/>
              <a:gd name="connsiteY135" fmla="*/ 606633 h 606722"/>
              <a:gd name="connsiteX136" fmla="*/ 78771 w 410056"/>
              <a:gd name="connsiteY136" fmla="*/ 606367 h 606722"/>
              <a:gd name="connsiteX137" fmla="*/ 69693 w 410056"/>
              <a:gd name="connsiteY137" fmla="*/ 591881 h 606722"/>
              <a:gd name="connsiteX138" fmla="*/ 136982 w 410056"/>
              <a:gd name="connsiteY138" fmla="*/ 298606 h 606722"/>
              <a:gd name="connsiteX139" fmla="*/ 40676 w 410056"/>
              <a:gd name="connsiteY139" fmla="*/ 298606 h 606722"/>
              <a:gd name="connsiteX140" fmla="*/ 40676 w 410056"/>
              <a:gd name="connsiteY140" fmla="*/ 301806 h 606722"/>
              <a:gd name="connsiteX141" fmla="*/ 45038 w 410056"/>
              <a:gd name="connsiteY141" fmla="*/ 301806 h 606722"/>
              <a:gd name="connsiteX142" fmla="*/ 57143 w 410056"/>
              <a:gd name="connsiteY142" fmla="*/ 313892 h 606722"/>
              <a:gd name="connsiteX143" fmla="*/ 45038 w 410056"/>
              <a:gd name="connsiteY143" fmla="*/ 325979 h 606722"/>
              <a:gd name="connsiteX144" fmla="*/ 40676 w 410056"/>
              <a:gd name="connsiteY144" fmla="*/ 325979 h 606722"/>
              <a:gd name="connsiteX145" fmla="*/ 40676 w 410056"/>
              <a:gd name="connsiteY145" fmla="*/ 329978 h 606722"/>
              <a:gd name="connsiteX146" fmla="*/ 45038 w 410056"/>
              <a:gd name="connsiteY146" fmla="*/ 329978 h 606722"/>
              <a:gd name="connsiteX147" fmla="*/ 57143 w 410056"/>
              <a:gd name="connsiteY147" fmla="*/ 342064 h 606722"/>
              <a:gd name="connsiteX148" fmla="*/ 45038 w 410056"/>
              <a:gd name="connsiteY148" fmla="*/ 354151 h 606722"/>
              <a:gd name="connsiteX149" fmla="*/ 40676 w 410056"/>
              <a:gd name="connsiteY149" fmla="*/ 354151 h 606722"/>
              <a:gd name="connsiteX150" fmla="*/ 40676 w 410056"/>
              <a:gd name="connsiteY150" fmla="*/ 358505 h 606722"/>
              <a:gd name="connsiteX151" fmla="*/ 28571 w 410056"/>
              <a:gd name="connsiteY151" fmla="*/ 370592 h 606722"/>
              <a:gd name="connsiteX152" fmla="*/ 16466 w 410056"/>
              <a:gd name="connsiteY152" fmla="*/ 358505 h 606722"/>
              <a:gd name="connsiteX153" fmla="*/ 16466 w 410056"/>
              <a:gd name="connsiteY153" fmla="*/ 354151 h 606722"/>
              <a:gd name="connsiteX154" fmla="*/ 12105 w 410056"/>
              <a:gd name="connsiteY154" fmla="*/ 354151 h 606722"/>
              <a:gd name="connsiteX155" fmla="*/ 0 w 410056"/>
              <a:gd name="connsiteY155" fmla="*/ 342064 h 606722"/>
              <a:gd name="connsiteX156" fmla="*/ 12105 w 410056"/>
              <a:gd name="connsiteY156" fmla="*/ 329978 h 606722"/>
              <a:gd name="connsiteX157" fmla="*/ 16466 w 410056"/>
              <a:gd name="connsiteY157" fmla="*/ 329978 h 606722"/>
              <a:gd name="connsiteX158" fmla="*/ 16466 w 410056"/>
              <a:gd name="connsiteY158" fmla="*/ 325979 h 606722"/>
              <a:gd name="connsiteX159" fmla="*/ 12105 w 410056"/>
              <a:gd name="connsiteY159" fmla="*/ 325979 h 606722"/>
              <a:gd name="connsiteX160" fmla="*/ 0 w 410056"/>
              <a:gd name="connsiteY160" fmla="*/ 313892 h 606722"/>
              <a:gd name="connsiteX161" fmla="*/ 12105 w 410056"/>
              <a:gd name="connsiteY161" fmla="*/ 301806 h 606722"/>
              <a:gd name="connsiteX162" fmla="*/ 16466 w 410056"/>
              <a:gd name="connsiteY162" fmla="*/ 301806 h 606722"/>
              <a:gd name="connsiteX163" fmla="*/ 16466 w 410056"/>
              <a:gd name="connsiteY163" fmla="*/ 286875 h 606722"/>
              <a:gd name="connsiteX164" fmla="*/ 16466 w 410056"/>
              <a:gd name="connsiteY164" fmla="*/ 286698 h 606722"/>
              <a:gd name="connsiteX165" fmla="*/ 22875 w 410056"/>
              <a:gd name="connsiteY165" fmla="*/ 275855 h 606722"/>
              <a:gd name="connsiteX166" fmla="*/ 140008 w 410056"/>
              <a:gd name="connsiteY166" fmla="*/ 213824 h 606722"/>
              <a:gd name="connsiteX167" fmla="*/ 140008 w 410056"/>
              <a:gd name="connsiteY167" fmla="*/ 167433 h 606722"/>
              <a:gd name="connsiteX168" fmla="*/ 40676 w 410056"/>
              <a:gd name="connsiteY168" fmla="*/ 167433 h 606722"/>
              <a:gd name="connsiteX169" fmla="*/ 40676 w 410056"/>
              <a:gd name="connsiteY169" fmla="*/ 171432 h 606722"/>
              <a:gd name="connsiteX170" fmla="*/ 45038 w 410056"/>
              <a:gd name="connsiteY170" fmla="*/ 171432 h 606722"/>
              <a:gd name="connsiteX171" fmla="*/ 57143 w 410056"/>
              <a:gd name="connsiteY171" fmla="*/ 183519 h 606722"/>
              <a:gd name="connsiteX172" fmla="*/ 45038 w 410056"/>
              <a:gd name="connsiteY172" fmla="*/ 195605 h 606722"/>
              <a:gd name="connsiteX173" fmla="*/ 40676 w 410056"/>
              <a:gd name="connsiteY173" fmla="*/ 195605 h 606722"/>
              <a:gd name="connsiteX174" fmla="*/ 40676 w 410056"/>
              <a:gd name="connsiteY174" fmla="*/ 199693 h 606722"/>
              <a:gd name="connsiteX175" fmla="*/ 45038 w 410056"/>
              <a:gd name="connsiteY175" fmla="*/ 199693 h 606722"/>
              <a:gd name="connsiteX176" fmla="*/ 57143 w 410056"/>
              <a:gd name="connsiteY176" fmla="*/ 211780 h 606722"/>
              <a:gd name="connsiteX177" fmla="*/ 45038 w 410056"/>
              <a:gd name="connsiteY177" fmla="*/ 223866 h 606722"/>
              <a:gd name="connsiteX178" fmla="*/ 40676 w 410056"/>
              <a:gd name="connsiteY178" fmla="*/ 223866 h 606722"/>
              <a:gd name="connsiteX179" fmla="*/ 40676 w 410056"/>
              <a:gd name="connsiteY179" fmla="*/ 228221 h 606722"/>
              <a:gd name="connsiteX180" fmla="*/ 28571 w 410056"/>
              <a:gd name="connsiteY180" fmla="*/ 240307 h 606722"/>
              <a:gd name="connsiteX181" fmla="*/ 16466 w 410056"/>
              <a:gd name="connsiteY181" fmla="*/ 228221 h 606722"/>
              <a:gd name="connsiteX182" fmla="*/ 16466 w 410056"/>
              <a:gd name="connsiteY182" fmla="*/ 223866 h 606722"/>
              <a:gd name="connsiteX183" fmla="*/ 12105 w 410056"/>
              <a:gd name="connsiteY183" fmla="*/ 223866 h 606722"/>
              <a:gd name="connsiteX184" fmla="*/ 0 w 410056"/>
              <a:gd name="connsiteY184" fmla="*/ 211780 h 606722"/>
              <a:gd name="connsiteX185" fmla="*/ 12105 w 410056"/>
              <a:gd name="connsiteY185" fmla="*/ 199693 h 606722"/>
              <a:gd name="connsiteX186" fmla="*/ 16466 w 410056"/>
              <a:gd name="connsiteY186" fmla="*/ 199693 h 606722"/>
              <a:gd name="connsiteX187" fmla="*/ 16466 w 410056"/>
              <a:gd name="connsiteY187" fmla="*/ 195605 h 606722"/>
              <a:gd name="connsiteX188" fmla="*/ 12105 w 410056"/>
              <a:gd name="connsiteY188" fmla="*/ 195605 h 606722"/>
              <a:gd name="connsiteX189" fmla="*/ 0 w 410056"/>
              <a:gd name="connsiteY189" fmla="*/ 183519 h 606722"/>
              <a:gd name="connsiteX190" fmla="*/ 12105 w 410056"/>
              <a:gd name="connsiteY190" fmla="*/ 171432 h 606722"/>
              <a:gd name="connsiteX191" fmla="*/ 16466 w 410056"/>
              <a:gd name="connsiteY191" fmla="*/ 171432 h 606722"/>
              <a:gd name="connsiteX192" fmla="*/ 16466 w 410056"/>
              <a:gd name="connsiteY192" fmla="*/ 156502 h 606722"/>
              <a:gd name="connsiteX193" fmla="*/ 16466 w 410056"/>
              <a:gd name="connsiteY193" fmla="*/ 156057 h 606722"/>
              <a:gd name="connsiteX194" fmla="*/ 22875 w 410056"/>
              <a:gd name="connsiteY194" fmla="*/ 144682 h 606722"/>
              <a:gd name="connsiteX195" fmla="*/ 143747 w 410056"/>
              <a:gd name="connsiteY195" fmla="*/ 80695 h 606722"/>
              <a:gd name="connsiteX196" fmla="*/ 195015 w 410056"/>
              <a:gd name="connsiteY196" fmla="*/ 5332 h 606722"/>
              <a:gd name="connsiteX197" fmla="*/ 204984 w 410056"/>
              <a:gd name="connsiteY197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</a:cxnLst>
            <a:rect l="l" t="t" r="r" b="b"/>
            <a:pathLst>
              <a:path w="410056" h="606722">
                <a:moveTo>
                  <a:pt x="230405" y="496627"/>
                </a:moveTo>
                <a:cubicBezTo>
                  <a:pt x="235124" y="491912"/>
                  <a:pt x="242780" y="491912"/>
                  <a:pt x="247498" y="496716"/>
                </a:cubicBezTo>
                <a:lnTo>
                  <a:pt x="253552" y="502765"/>
                </a:lnTo>
                <a:cubicBezTo>
                  <a:pt x="258270" y="507480"/>
                  <a:pt x="258181" y="515130"/>
                  <a:pt x="253463" y="519845"/>
                </a:cubicBezTo>
                <a:cubicBezTo>
                  <a:pt x="251059" y="522158"/>
                  <a:pt x="248032" y="523314"/>
                  <a:pt x="244916" y="523314"/>
                </a:cubicBezTo>
                <a:cubicBezTo>
                  <a:pt x="241800" y="523314"/>
                  <a:pt x="238685" y="522158"/>
                  <a:pt x="236370" y="519756"/>
                </a:cubicBezTo>
                <a:lnTo>
                  <a:pt x="230316" y="513707"/>
                </a:lnTo>
                <a:cubicBezTo>
                  <a:pt x="225598" y="508992"/>
                  <a:pt x="225598" y="501342"/>
                  <a:pt x="230405" y="496627"/>
                </a:cubicBezTo>
                <a:close/>
                <a:moveTo>
                  <a:pt x="119448" y="483369"/>
                </a:moveTo>
                <a:lnTo>
                  <a:pt x="102536" y="557132"/>
                </a:lnTo>
                <a:lnTo>
                  <a:pt x="176412" y="483369"/>
                </a:lnTo>
                <a:close/>
                <a:moveTo>
                  <a:pt x="275655" y="418404"/>
                </a:moveTo>
                <a:lnTo>
                  <a:pt x="234801" y="459196"/>
                </a:lnTo>
                <a:lnTo>
                  <a:pt x="285001" y="459196"/>
                </a:lnTo>
                <a:close/>
                <a:moveTo>
                  <a:pt x="159412" y="309182"/>
                </a:moveTo>
                <a:lnTo>
                  <a:pt x="146773" y="364104"/>
                </a:lnTo>
                <a:lnTo>
                  <a:pt x="168491" y="346064"/>
                </a:lnTo>
                <a:cubicBezTo>
                  <a:pt x="173653" y="341709"/>
                  <a:pt x="181308" y="342420"/>
                  <a:pt x="185580" y="347574"/>
                </a:cubicBezTo>
                <a:cubicBezTo>
                  <a:pt x="189852" y="352729"/>
                  <a:pt x="189140" y="360372"/>
                  <a:pt x="183978" y="364638"/>
                </a:cubicBezTo>
                <a:lnTo>
                  <a:pt x="146506" y="395742"/>
                </a:lnTo>
                <a:lnTo>
                  <a:pt x="177302" y="426492"/>
                </a:lnTo>
                <a:cubicBezTo>
                  <a:pt x="182020" y="431291"/>
                  <a:pt x="182020" y="438934"/>
                  <a:pt x="177302" y="443644"/>
                </a:cubicBezTo>
                <a:cubicBezTo>
                  <a:pt x="174899" y="445954"/>
                  <a:pt x="171873" y="447199"/>
                  <a:pt x="168758" y="447199"/>
                </a:cubicBezTo>
                <a:cubicBezTo>
                  <a:pt x="165642" y="447199"/>
                  <a:pt x="162527" y="445954"/>
                  <a:pt x="160213" y="443644"/>
                </a:cubicBezTo>
                <a:lnTo>
                  <a:pt x="134490" y="417960"/>
                </a:lnTo>
                <a:lnTo>
                  <a:pt x="124966" y="459196"/>
                </a:lnTo>
                <a:lnTo>
                  <a:pt x="200622" y="459196"/>
                </a:lnTo>
                <a:lnTo>
                  <a:pt x="263817" y="396009"/>
                </a:lnTo>
                <a:close/>
                <a:moveTo>
                  <a:pt x="184957" y="298962"/>
                </a:moveTo>
                <a:lnTo>
                  <a:pt x="263194" y="364104"/>
                </a:lnTo>
                <a:lnTo>
                  <a:pt x="248330" y="298962"/>
                </a:lnTo>
                <a:close/>
                <a:moveTo>
                  <a:pt x="270048" y="241196"/>
                </a:moveTo>
                <a:lnTo>
                  <a:pt x="270048" y="274434"/>
                </a:lnTo>
                <a:lnTo>
                  <a:pt x="332798" y="274434"/>
                </a:lnTo>
                <a:close/>
                <a:moveTo>
                  <a:pt x="140008" y="241196"/>
                </a:moveTo>
                <a:lnTo>
                  <a:pt x="77258" y="274434"/>
                </a:lnTo>
                <a:lnTo>
                  <a:pt x="140008" y="274434"/>
                </a:lnTo>
                <a:close/>
                <a:moveTo>
                  <a:pt x="164218" y="233197"/>
                </a:moveTo>
                <a:lnTo>
                  <a:pt x="164218" y="274434"/>
                </a:lnTo>
                <a:lnTo>
                  <a:pt x="245838" y="274434"/>
                </a:lnTo>
                <a:lnTo>
                  <a:pt x="245838" y="233197"/>
                </a:lnTo>
                <a:close/>
                <a:moveTo>
                  <a:pt x="164218" y="167877"/>
                </a:moveTo>
                <a:lnTo>
                  <a:pt x="164218" y="209025"/>
                </a:lnTo>
                <a:lnTo>
                  <a:pt x="245838" y="209025"/>
                </a:lnTo>
                <a:lnTo>
                  <a:pt x="245838" y="167877"/>
                </a:lnTo>
                <a:close/>
                <a:moveTo>
                  <a:pt x="140008" y="110111"/>
                </a:moveTo>
                <a:lnTo>
                  <a:pt x="77258" y="143260"/>
                </a:lnTo>
                <a:lnTo>
                  <a:pt x="140008" y="143260"/>
                </a:lnTo>
                <a:close/>
                <a:moveTo>
                  <a:pt x="164218" y="102024"/>
                </a:moveTo>
                <a:lnTo>
                  <a:pt x="164218" y="143260"/>
                </a:lnTo>
                <a:lnTo>
                  <a:pt x="245838" y="143260"/>
                </a:lnTo>
                <a:lnTo>
                  <a:pt x="245838" y="102024"/>
                </a:lnTo>
                <a:close/>
                <a:moveTo>
                  <a:pt x="204984" y="33593"/>
                </a:moveTo>
                <a:lnTo>
                  <a:pt x="174899" y="77940"/>
                </a:lnTo>
                <a:lnTo>
                  <a:pt x="235068" y="77940"/>
                </a:lnTo>
                <a:close/>
                <a:moveTo>
                  <a:pt x="204984" y="0"/>
                </a:moveTo>
                <a:cubicBezTo>
                  <a:pt x="208989" y="0"/>
                  <a:pt x="212816" y="1955"/>
                  <a:pt x="215041" y="5332"/>
                </a:cubicBezTo>
                <a:lnTo>
                  <a:pt x="268001" y="83183"/>
                </a:lnTo>
                <a:cubicBezTo>
                  <a:pt x="269336" y="85138"/>
                  <a:pt x="269959" y="87449"/>
                  <a:pt x="270048" y="89760"/>
                </a:cubicBezTo>
                <a:cubicBezTo>
                  <a:pt x="270048" y="89849"/>
                  <a:pt x="270048" y="89937"/>
                  <a:pt x="270048" y="90026"/>
                </a:cubicBezTo>
                <a:lnTo>
                  <a:pt x="270048" y="143260"/>
                </a:lnTo>
                <a:lnTo>
                  <a:pt x="332798" y="143260"/>
                </a:lnTo>
                <a:lnTo>
                  <a:pt x="299776" y="125841"/>
                </a:lnTo>
                <a:cubicBezTo>
                  <a:pt x="293902" y="122731"/>
                  <a:pt x="291676" y="115355"/>
                  <a:pt x="294792" y="109489"/>
                </a:cubicBezTo>
                <a:cubicBezTo>
                  <a:pt x="297907" y="103624"/>
                  <a:pt x="305295" y="101313"/>
                  <a:pt x="311169" y="104512"/>
                </a:cubicBezTo>
                <a:lnTo>
                  <a:pt x="387092" y="144682"/>
                </a:lnTo>
                <a:cubicBezTo>
                  <a:pt x="391365" y="146904"/>
                  <a:pt x="393768" y="151436"/>
                  <a:pt x="393501" y="156057"/>
                </a:cubicBezTo>
                <a:cubicBezTo>
                  <a:pt x="393501" y="156235"/>
                  <a:pt x="393590" y="156413"/>
                  <a:pt x="393590" y="156502"/>
                </a:cubicBezTo>
                <a:lnTo>
                  <a:pt x="393590" y="171432"/>
                </a:lnTo>
                <a:lnTo>
                  <a:pt x="397951" y="171432"/>
                </a:lnTo>
                <a:cubicBezTo>
                  <a:pt x="404627" y="171432"/>
                  <a:pt x="410056" y="176853"/>
                  <a:pt x="410056" y="183519"/>
                </a:cubicBezTo>
                <a:cubicBezTo>
                  <a:pt x="410056" y="190184"/>
                  <a:pt x="404627" y="195605"/>
                  <a:pt x="397951" y="195605"/>
                </a:cubicBezTo>
                <a:lnTo>
                  <a:pt x="393590" y="195605"/>
                </a:lnTo>
                <a:lnTo>
                  <a:pt x="393590" y="199693"/>
                </a:lnTo>
                <a:lnTo>
                  <a:pt x="397951" y="199693"/>
                </a:lnTo>
                <a:cubicBezTo>
                  <a:pt x="404627" y="199693"/>
                  <a:pt x="410056" y="205025"/>
                  <a:pt x="410056" y="211780"/>
                </a:cubicBezTo>
                <a:cubicBezTo>
                  <a:pt x="410056" y="218445"/>
                  <a:pt x="404627" y="223866"/>
                  <a:pt x="397951" y="223866"/>
                </a:cubicBezTo>
                <a:lnTo>
                  <a:pt x="393590" y="223866"/>
                </a:lnTo>
                <a:lnTo>
                  <a:pt x="393590" y="228221"/>
                </a:lnTo>
                <a:cubicBezTo>
                  <a:pt x="393590" y="234886"/>
                  <a:pt x="388160" y="240307"/>
                  <a:pt x="381485" y="240307"/>
                </a:cubicBezTo>
                <a:cubicBezTo>
                  <a:pt x="374809" y="240307"/>
                  <a:pt x="369380" y="234886"/>
                  <a:pt x="369380" y="228221"/>
                </a:cubicBezTo>
                <a:lnTo>
                  <a:pt x="369380" y="223866"/>
                </a:lnTo>
                <a:lnTo>
                  <a:pt x="365018" y="223866"/>
                </a:lnTo>
                <a:cubicBezTo>
                  <a:pt x="358343" y="223866"/>
                  <a:pt x="352913" y="218445"/>
                  <a:pt x="352913" y="211780"/>
                </a:cubicBezTo>
                <a:cubicBezTo>
                  <a:pt x="352913" y="205025"/>
                  <a:pt x="358343" y="199693"/>
                  <a:pt x="365018" y="199693"/>
                </a:cubicBezTo>
                <a:lnTo>
                  <a:pt x="369380" y="199693"/>
                </a:lnTo>
                <a:lnTo>
                  <a:pt x="369380" y="195605"/>
                </a:lnTo>
                <a:lnTo>
                  <a:pt x="365018" y="195605"/>
                </a:lnTo>
                <a:cubicBezTo>
                  <a:pt x="358343" y="195605"/>
                  <a:pt x="352913" y="190184"/>
                  <a:pt x="352913" y="183519"/>
                </a:cubicBezTo>
                <a:cubicBezTo>
                  <a:pt x="352913" y="176853"/>
                  <a:pt x="358343" y="171432"/>
                  <a:pt x="365018" y="171432"/>
                </a:cubicBezTo>
                <a:lnTo>
                  <a:pt x="369380" y="171432"/>
                </a:lnTo>
                <a:lnTo>
                  <a:pt x="369380" y="167433"/>
                </a:lnTo>
                <a:lnTo>
                  <a:pt x="270048" y="167433"/>
                </a:lnTo>
                <a:lnTo>
                  <a:pt x="270048" y="213824"/>
                </a:lnTo>
                <a:lnTo>
                  <a:pt x="387092" y="275855"/>
                </a:lnTo>
                <a:cubicBezTo>
                  <a:pt x="391186" y="277988"/>
                  <a:pt x="393590" y="282254"/>
                  <a:pt x="393501" y="286698"/>
                </a:cubicBezTo>
                <a:cubicBezTo>
                  <a:pt x="393590" y="286787"/>
                  <a:pt x="393590" y="286875"/>
                  <a:pt x="393590" y="286875"/>
                </a:cubicBezTo>
                <a:lnTo>
                  <a:pt x="393590" y="301806"/>
                </a:lnTo>
                <a:lnTo>
                  <a:pt x="397951" y="301806"/>
                </a:lnTo>
                <a:cubicBezTo>
                  <a:pt x="404627" y="301806"/>
                  <a:pt x="410056" y="307227"/>
                  <a:pt x="410056" y="313892"/>
                </a:cubicBezTo>
                <a:cubicBezTo>
                  <a:pt x="410056" y="320558"/>
                  <a:pt x="404627" y="325979"/>
                  <a:pt x="397951" y="325979"/>
                </a:cubicBezTo>
                <a:lnTo>
                  <a:pt x="393590" y="325979"/>
                </a:lnTo>
                <a:lnTo>
                  <a:pt x="393590" y="329978"/>
                </a:lnTo>
                <a:lnTo>
                  <a:pt x="397951" y="329978"/>
                </a:lnTo>
                <a:cubicBezTo>
                  <a:pt x="404627" y="329978"/>
                  <a:pt x="410056" y="335399"/>
                  <a:pt x="410056" y="342064"/>
                </a:cubicBezTo>
                <a:cubicBezTo>
                  <a:pt x="410056" y="348819"/>
                  <a:pt x="404627" y="354151"/>
                  <a:pt x="397951" y="354151"/>
                </a:cubicBezTo>
                <a:lnTo>
                  <a:pt x="393590" y="354151"/>
                </a:lnTo>
                <a:lnTo>
                  <a:pt x="393590" y="358505"/>
                </a:lnTo>
                <a:cubicBezTo>
                  <a:pt x="393590" y="365260"/>
                  <a:pt x="388160" y="370592"/>
                  <a:pt x="381485" y="370592"/>
                </a:cubicBezTo>
                <a:cubicBezTo>
                  <a:pt x="374809" y="370592"/>
                  <a:pt x="369380" y="365260"/>
                  <a:pt x="369380" y="358505"/>
                </a:cubicBezTo>
                <a:lnTo>
                  <a:pt x="369380" y="354151"/>
                </a:lnTo>
                <a:lnTo>
                  <a:pt x="365018" y="354151"/>
                </a:lnTo>
                <a:cubicBezTo>
                  <a:pt x="358343" y="354151"/>
                  <a:pt x="352913" y="348819"/>
                  <a:pt x="352913" y="342064"/>
                </a:cubicBezTo>
                <a:cubicBezTo>
                  <a:pt x="352913" y="335399"/>
                  <a:pt x="358343" y="329978"/>
                  <a:pt x="365018" y="329978"/>
                </a:cubicBezTo>
                <a:lnTo>
                  <a:pt x="369380" y="329978"/>
                </a:lnTo>
                <a:lnTo>
                  <a:pt x="369380" y="325979"/>
                </a:lnTo>
                <a:lnTo>
                  <a:pt x="365018" y="325979"/>
                </a:lnTo>
                <a:cubicBezTo>
                  <a:pt x="358343" y="325979"/>
                  <a:pt x="352913" y="320558"/>
                  <a:pt x="352913" y="313892"/>
                </a:cubicBezTo>
                <a:cubicBezTo>
                  <a:pt x="352913" y="307227"/>
                  <a:pt x="358343" y="301806"/>
                  <a:pt x="365018" y="301806"/>
                </a:cubicBezTo>
                <a:lnTo>
                  <a:pt x="369380" y="301806"/>
                </a:lnTo>
                <a:lnTo>
                  <a:pt x="369380" y="298606"/>
                </a:lnTo>
                <a:lnTo>
                  <a:pt x="273074" y="298606"/>
                </a:lnTo>
                <a:lnTo>
                  <a:pt x="340274" y="591881"/>
                </a:lnTo>
                <a:cubicBezTo>
                  <a:pt x="341788" y="598457"/>
                  <a:pt x="337693" y="604856"/>
                  <a:pt x="331196" y="606367"/>
                </a:cubicBezTo>
                <a:cubicBezTo>
                  <a:pt x="330306" y="606633"/>
                  <a:pt x="329416" y="606722"/>
                  <a:pt x="328525" y="606722"/>
                </a:cubicBezTo>
                <a:cubicBezTo>
                  <a:pt x="326211" y="606722"/>
                  <a:pt x="324075" y="606011"/>
                  <a:pt x="322117" y="604856"/>
                </a:cubicBezTo>
                <a:lnTo>
                  <a:pt x="319180" y="602367"/>
                </a:lnTo>
                <a:lnTo>
                  <a:pt x="263016" y="547534"/>
                </a:lnTo>
                <a:cubicBezTo>
                  <a:pt x="258299" y="542824"/>
                  <a:pt x="258299" y="535181"/>
                  <a:pt x="263016" y="530382"/>
                </a:cubicBezTo>
                <a:cubicBezTo>
                  <a:pt x="267734" y="525672"/>
                  <a:pt x="275388" y="525672"/>
                  <a:pt x="280106" y="530382"/>
                </a:cubicBezTo>
                <a:lnTo>
                  <a:pt x="307698" y="557932"/>
                </a:lnTo>
                <a:lnTo>
                  <a:pt x="290608" y="483369"/>
                </a:lnTo>
                <a:lnTo>
                  <a:pt x="210591" y="483369"/>
                </a:lnTo>
                <a:lnTo>
                  <a:pt x="90698" y="603167"/>
                </a:lnTo>
                <a:cubicBezTo>
                  <a:pt x="88295" y="605478"/>
                  <a:pt x="85180" y="606722"/>
                  <a:pt x="82065" y="606722"/>
                </a:cubicBezTo>
                <a:cubicBezTo>
                  <a:pt x="81976" y="606722"/>
                  <a:pt x="81887" y="606633"/>
                  <a:pt x="81798" y="606633"/>
                </a:cubicBezTo>
                <a:cubicBezTo>
                  <a:pt x="80819" y="606722"/>
                  <a:pt x="79839" y="606633"/>
                  <a:pt x="78771" y="606367"/>
                </a:cubicBezTo>
                <a:cubicBezTo>
                  <a:pt x="72274" y="604856"/>
                  <a:pt x="68179" y="598457"/>
                  <a:pt x="69693" y="591881"/>
                </a:cubicBezTo>
                <a:lnTo>
                  <a:pt x="136982" y="298606"/>
                </a:lnTo>
                <a:lnTo>
                  <a:pt x="40676" y="298606"/>
                </a:lnTo>
                <a:lnTo>
                  <a:pt x="40676" y="301806"/>
                </a:lnTo>
                <a:lnTo>
                  <a:pt x="45038" y="301806"/>
                </a:lnTo>
                <a:cubicBezTo>
                  <a:pt x="51713" y="301806"/>
                  <a:pt x="57143" y="307227"/>
                  <a:pt x="57143" y="313892"/>
                </a:cubicBezTo>
                <a:cubicBezTo>
                  <a:pt x="57143" y="320558"/>
                  <a:pt x="51713" y="325979"/>
                  <a:pt x="45038" y="325979"/>
                </a:cubicBezTo>
                <a:lnTo>
                  <a:pt x="40676" y="325979"/>
                </a:lnTo>
                <a:lnTo>
                  <a:pt x="40676" y="329978"/>
                </a:lnTo>
                <a:lnTo>
                  <a:pt x="45038" y="329978"/>
                </a:lnTo>
                <a:cubicBezTo>
                  <a:pt x="51713" y="329978"/>
                  <a:pt x="57143" y="335399"/>
                  <a:pt x="57143" y="342064"/>
                </a:cubicBezTo>
                <a:cubicBezTo>
                  <a:pt x="57143" y="348819"/>
                  <a:pt x="51713" y="354151"/>
                  <a:pt x="45038" y="354151"/>
                </a:cubicBezTo>
                <a:lnTo>
                  <a:pt x="40676" y="354151"/>
                </a:lnTo>
                <a:lnTo>
                  <a:pt x="40676" y="358505"/>
                </a:lnTo>
                <a:cubicBezTo>
                  <a:pt x="40676" y="365260"/>
                  <a:pt x="35247" y="370592"/>
                  <a:pt x="28571" y="370592"/>
                </a:cubicBezTo>
                <a:cubicBezTo>
                  <a:pt x="21896" y="370592"/>
                  <a:pt x="16466" y="365260"/>
                  <a:pt x="16466" y="358505"/>
                </a:cubicBezTo>
                <a:lnTo>
                  <a:pt x="16466" y="354151"/>
                </a:lnTo>
                <a:lnTo>
                  <a:pt x="12105" y="354151"/>
                </a:lnTo>
                <a:cubicBezTo>
                  <a:pt x="5429" y="354151"/>
                  <a:pt x="0" y="348819"/>
                  <a:pt x="0" y="342064"/>
                </a:cubicBezTo>
                <a:cubicBezTo>
                  <a:pt x="0" y="335399"/>
                  <a:pt x="5429" y="329978"/>
                  <a:pt x="12105" y="329978"/>
                </a:cubicBezTo>
                <a:lnTo>
                  <a:pt x="16466" y="329978"/>
                </a:lnTo>
                <a:lnTo>
                  <a:pt x="16466" y="325979"/>
                </a:lnTo>
                <a:lnTo>
                  <a:pt x="12105" y="325979"/>
                </a:lnTo>
                <a:cubicBezTo>
                  <a:pt x="5429" y="325979"/>
                  <a:pt x="0" y="320558"/>
                  <a:pt x="0" y="313892"/>
                </a:cubicBezTo>
                <a:cubicBezTo>
                  <a:pt x="0" y="307227"/>
                  <a:pt x="5429" y="301806"/>
                  <a:pt x="12105" y="301806"/>
                </a:cubicBezTo>
                <a:lnTo>
                  <a:pt x="16466" y="301806"/>
                </a:lnTo>
                <a:lnTo>
                  <a:pt x="16466" y="286875"/>
                </a:lnTo>
                <a:cubicBezTo>
                  <a:pt x="16466" y="286875"/>
                  <a:pt x="16466" y="286787"/>
                  <a:pt x="16466" y="286698"/>
                </a:cubicBezTo>
                <a:cubicBezTo>
                  <a:pt x="16377" y="282254"/>
                  <a:pt x="18781" y="277988"/>
                  <a:pt x="22875" y="275855"/>
                </a:cubicBezTo>
                <a:lnTo>
                  <a:pt x="140008" y="213824"/>
                </a:lnTo>
                <a:lnTo>
                  <a:pt x="140008" y="167433"/>
                </a:lnTo>
                <a:lnTo>
                  <a:pt x="40676" y="167433"/>
                </a:lnTo>
                <a:lnTo>
                  <a:pt x="40676" y="171432"/>
                </a:lnTo>
                <a:lnTo>
                  <a:pt x="45038" y="171432"/>
                </a:lnTo>
                <a:cubicBezTo>
                  <a:pt x="51713" y="171432"/>
                  <a:pt x="57143" y="176853"/>
                  <a:pt x="57143" y="183519"/>
                </a:cubicBezTo>
                <a:cubicBezTo>
                  <a:pt x="57143" y="190184"/>
                  <a:pt x="51713" y="195605"/>
                  <a:pt x="45038" y="195605"/>
                </a:cubicBezTo>
                <a:lnTo>
                  <a:pt x="40676" y="195605"/>
                </a:lnTo>
                <a:lnTo>
                  <a:pt x="40676" y="199693"/>
                </a:lnTo>
                <a:lnTo>
                  <a:pt x="45038" y="199693"/>
                </a:lnTo>
                <a:cubicBezTo>
                  <a:pt x="51713" y="199693"/>
                  <a:pt x="57143" y="205025"/>
                  <a:pt x="57143" y="211780"/>
                </a:cubicBezTo>
                <a:cubicBezTo>
                  <a:pt x="57143" y="218445"/>
                  <a:pt x="51713" y="223866"/>
                  <a:pt x="45038" y="223866"/>
                </a:cubicBezTo>
                <a:lnTo>
                  <a:pt x="40676" y="223866"/>
                </a:lnTo>
                <a:lnTo>
                  <a:pt x="40676" y="228221"/>
                </a:lnTo>
                <a:cubicBezTo>
                  <a:pt x="40676" y="234886"/>
                  <a:pt x="35247" y="240307"/>
                  <a:pt x="28571" y="240307"/>
                </a:cubicBezTo>
                <a:cubicBezTo>
                  <a:pt x="21896" y="240307"/>
                  <a:pt x="16466" y="234886"/>
                  <a:pt x="16466" y="228221"/>
                </a:cubicBezTo>
                <a:lnTo>
                  <a:pt x="16466" y="223866"/>
                </a:lnTo>
                <a:lnTo>
                  <a:pt x="12105" y="223866"/>
                </a:lnTo>
                <a:cubicBezTo>
                  <a:pt x="5429" y="223866"/>
                  <a:pt x="0" y="218445"/>
                  <a:pt x="0" y="211780"/>
                </a:cubicBezTo>
                <a:cubicBezTo>
                  <a:pt x="0" y="205025"/>
                  <a:pt x="5429" y="199693"/>
                  <a:pt x="12105" y="199693"/>
                </a:cubicBezTo>
                <a:lnTo>
                  <a:pt x="16466" y="199693"/>
                </a:lnTo>
                <a:lnTo>
                  <a:pt x="16466" y="195605"/>
                </a:lnTo>
                <a:lnTo>
                  <a:pt x="12105" y="195605"/>
                </a:lnTo>
                <a:cubicBezTo>
                  <a:pt x="5429" y="195605"/>
                  <a:pt x="0" y="190184"/>
                  <a:pt x="0" y="183519"/>
                </a:cubicBezTo>
                <a:cubicBezTo>
                  <a:pt x="0" y="176853"/>
                  <a:pt x="5429" y="171432"/>
                  <a:pt x="12105" y="171432"/>
                </a:cubicBezTo>
                <a:lnTo>
                  <a:pt x="16466" y="171432"/>
                </a:lnTo>
                <a:lnTo>
                  <a:pt x="16466" y="156502"/>
                </a:lnTo>
                <a:cubicBezTo>
                  <a:pt x="16466" y="156413"/>
                  <a:pt x="16466" y="156235"/>
                  <a:pt x="16466" y="156057"/>
                </a:cubicBezTo>
                <a:cubicBezTo>
                  <a:pt x="16199" y="151436"/>
                  <a:pt x="18692" y="146904"/>
                  <a:pt x="22875" y="144682"/>
                </a:cubicBezTo>
                <a:lnTo>
                  <a:pt x="143747" y="80695"/>
                </a:lnTo>
                <a:lnTo>
                  <a:pt x="195015" y="5332"/>
                </a:lnTo>
                <a:cubicBezTo>
                  <a:pt x="197240" y="1955"/>
                  <a:pt x="200978" y="0"/>
                  <a:pt x="204984" y="0"/>
                </a:cubicBezTo>
                <a:close/>
              </a:path>
            </a:pathLst>
          </a:custGeom>
          <a:solidFill>
            <a:srgbClr val="004C3E"/>
          </a:solidFill>
          <a:ln>
            <a:noFill/>
          </a:ln>
          <a:effectLst>
            <a:glow rad="25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344623" y="1418086"/>
            <a:ext cx="11500923" cy="898825"/>
          </a:xfrm>
          <a:prstGeom prst="roundRect">
            <a:avLst>
              <a:gd name="adj" fmla="val 11980"/>
            </a:avLst>
          </a:prstGeom>
          <a:solidFill>
            <a:schemeClr val="bg1"/>
          </a:solidFill>
          <a:ln w="31750">
            <a:solidFill>
              <a:srgbClr val="004C3E"/>
            </a:solidFill>
            <a:prstDash val="soli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8745" y="1491627"/>
            <a:ext cx="11450236" cy="871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lnSpc>
                <a:spcPct val="150000"/>
              </a:lnSpc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 marL="0" marR="0" lvl="0" indent="4572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004C3E"/>
              </a:buClr>
              <a:buSzTx/>
              <a:buFontTx/>
              <a:buNone/>
              <a:defRPr/>
            </a:pPr>
            <a:r>
              <a:rPr kumimoji="0" lang="zh-CN" altLang="en-US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算例分析部分的</a:t>
            </a:r>
            <a:r>
              <a:rPr kumimoji="0" lang="zh-CN" altLang="en-US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模板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  <a:p>
            <a:pPr marL="0" marR="0" lvl="0" indent="457200" algn="just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004C3E"/>
              </a:buClr>
              <a:buSzTx/>
              <a:buFontTx/>
              <a:buNone/>
              <a:defRPr/>
            </a:pPr>
            <a:r>
              <a:rPr kumimoji="0" lang="zh-CN" altLang="en-US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总体描述</a:t>
            </a:r>
            <a:r>
              <a:rPr kumimoji="0" lang="en-US" altLang="zh-CN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 </a:t>
            </a:r>
            <a:r>
              <a:rPr lang="zh-CN" altLang="en-US" sz="170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/>
                <a:cs typeface="+mn-ea"/>
                <a:sym typeface="+mn-lt"/>
              </a:rPr>
              <a:t>字号17 中文微软雅黑  英文times new roman</a:t>
            </a:r>
            <a:r>
              <a:rPr kumimoji="0" lang="zh-CN" altLang="en-US" sz="17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409052" y="1596507"/>
            <a:ext cx="547795" cy="75858"/>
          </a:xfrm>
          <a:prstGeom prst="roundRect">
            <a:avLst/>
          </a:prstGeom>
          <a:solidFill>
            <a:schemeClr val="bg1"/>
          </a:solidFill>
          <a:ln w="12700">
            <a:noFill/>
            <a:prstDash val="sys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6600" b="0" i="0" u="none" strike="noStrike" kern="1200" cap="none" spc="0" normalizeH="0" baseline="0" noProof="0" dirty="0">
              <a:ln>
                <a:noFill/>
              </a:ln>
              <a:solidFill>
                <a:srgbClr val="00525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Rectangle 55"/>
          <p:cNvSpPr/>
          <p:nvPr>
            <p:custDataLst>
              <p:tags r:id="rId1"/>
            </p:custDataLst>
          </p:nvPr>
        </p:nvSpPr>
        <p:spPr>
          <a:xfrm>
            <a:off x="6095083" y="2607048"/>
            <a:ext cx="5623841" cy="3695977"/>
          </a:xfrm>
          <a:prstGeom prst="roundRect">
            <a:avLst>
              <a:gd name="adj" fmla="val 2360"/>
            </a:avLst>
          </a:prstGeom>
          <a:noFill/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: 圆角 9"/>
          <p:cNvSpPr/>
          <p:nvPr>
            <p:custDataLst>
              <p:tags r:id="rId2"/>
            </p:custDataLst>
          </p:nvPr>
        </p:nvSpPr>
        <p:spPr>
          <a:xfrm>
            <a:off x="5938441" y="3600140"/>
            <a:ext cx="381679" cy="1526637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006F69">
                  <a:lumMod val="75000"/>
                </a:srgbClr>
              </a:gs>
              <a:gs pos="0">
                <a:srgbClr val="006F69"/>
              </a:gs>
            </a:gsLst>
            <a:path path="circle">
              <a:fillToRect l="50000" t="50000" r="50000" b="50000"/>
            </a:path>
            <a:tileRect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Rectangle 55"/>
          <p:cNvSpPr/>
          <p:nvPr>
            <p:custDataLst>
              <p:tags r:id="rId3"/>
            </p:custDataLst>
          </p:nvPr>
        </p:nvSpPr>
        <p:spPr>
          <a:xfrm>
            <a:off x="351155" y="2607049"/>
            <a:ext cx="5520727" cy="3695978"/>
          </a:xfrm>
          <a:prstGeom prst="roundRect">
            <a:avLst>
              <a:gd name="adj" fmla="val 2360"/>
            </a:avLst>
          </a:prstGeom>
          <a:noFill/>
          <a:ln w="19050" cap="flat" cmpd="sng" algn="ctr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矩形: 圆角 13"/>
          <p:cNvSpPr/>
          <p:nvPr>
            <p:custDataLst>
              <p:tags r:id="rId4"/>
            </p:custDataLst>
          </p:nvPr>
        </p:nvSpPr>
        <p:spPr>
          <a:xfrm>
            <a:off x="160525" y="3593020"/>
            <a:ext cx="381679" cy="1526637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rgbClr val="006F69">
                  <a:lumMod val="75000"/>
                </a:srgbClr>
              </a:gs>
              <a:gs pos="0">
                <a:srgbClr val="006F69"/>
              </a:gs>
            </a:gsLst>
            <a:path path="circle">
              <a:fillToRect l="50000" t="50000" r="50000" b="50000"/>
            </a:path>
            <a:tileRect/>
          </a:gradFill>
          <a:ln w="22225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27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灯片编号占位符 14"/>
          <p:cNvSpPr txBox="1"/>
          <p:nvPr/>
        </p:nvSpPr>
        <p:spPr>
          <a:xfrm>
            <a:off x="11369190" y="6363644"/>
            <a:ext cx="647128" cy="365125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8CC980D-0398-4DDF-ABEC-A8D4C7DCE7DC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TextBox 3"/>
          <p:cNvSpPr txBox="1"/>
          <p:nvPr/>
        </p:nvSpPr>
        <p:spPr>
          <a:xfrm>
            <a:off x="919480" y="177800"/>
            <a:ext cx="9136751" cy="4781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65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02E25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大标题 字号</a:t>
            </a:r>
            <a:r>
              <a:rPr lang="en-US" altLang="zh-CN" sz="2800" b="1" noProof="0" dirty="0">
                <a:ln>
                  <a:noFill/>
                </a:ln>
                <a:solidFill>
                  <a:srgbClr val="002E25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20</a:t>
            </a:r>
            <a:r>
              <a:rPr lang="zh-CN" altLang="en-US" sz="2800" b="1" noProof="0" dirty="0">
                <a:ln>
                  <a:noFill/>
                </a:ln>
                <a:solidFill>
                  <a:srgbClr val="002E25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rPr>
              <a:t> 中文微软雅黑  英文times new roman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E25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919480" y="33007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配图</a:t>
            </a:r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8462645" y="36563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配图</a:t>
            </a:r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1430020" y="5251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配图的描述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7044055" y="4883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配图的描述</a:t>
            </a:r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1.02196850393693,&quot;left&quot;:12.63976377952756,&quot;top&quot;:205.27937007874016,&quot;width&quot;:973.7102362204726}"/>
</p:tagLst>
</file>

<file path=ppt/tags/tag2.xml><?xml version="1.0" encoding="utf-8"?>
<p:tagLst xmlns:p="http://schemas.openxmlformats.org/presentationml/2006/main">
  <p:tag name="KSO_WM_DIAGRAM_VIRTUALLY_FRAME" val="{&quot;height&quot;:291.02196850393693,&quot;left&quot;:12.63976377952756,&quot;top&quot;:205.27937007874016,&quot;width&quot;:973.7102362204726}"/>
</p:tagLst>
</file>

<file path=ppt/tags/tag3.xml><?xml version="1.0" encoding="utf-8"?>
<p:tagLst xmlns:p="http://schemas.openxmlformats.org/presentationml/2006/main">
  <p:tag name="KSO_WM_DIAGRAM_VIRTUALLY_FRAME" val="{&quot;height&quot;:291.02196850393693,&quot;left&quot;:12.63976377952756,&quot;top&quot;:205.27937007874016,&quot;width&quot;:973.7102362204726}"/>
</p:tagLst>
</file>

<file path=ppt/tags/tag4.xml><?xml version="1.0" encoding="utf-8"?>
<p:tagLst xmlns:p="http://schemas.openxmlformats.org/presentationml/2006/main">
  <p:tag name="KSO_WM_DIAGRAM_VIRTUALLY_FRAME" val="{&quot;height&quot;:291.02196850393693,&quot;left&quot;:12.63976377952756,&quot;top&quot;:205.27937007874016,&quot;width&quot;:973.7102362204726}"/>
</p:tagLst>
</file>

<file path=ppt/tags/tag5.xml><?xml version="1.0" encoding="utf-8"?>
<p:tagLst xmlns:p="http://schemas.openxmlformats.org/presentationml/2006/main">
  <p:tag name="KSO_WM_DIAGRAM_VIRTUALLY_FRAME" val="{&quot;height&quot;:291.02196850393693,&quot;left&quot;:12.63976377952756,&quot;top&quot;:205.27937007874016,&quot;width&quot;:973.7102362204726}"/>
</p:tagLst>
</file>

<file path=ppt/tags/tag6.xml><?xml version="1.0" encoding="utf-8"?>
<p:tagLst xmlns:p="http://schemas.openxmlformats.org/presentationml/2006/main">
  <p:tag name="KSO_WM_DIAGRAM_VIRTUALLY_FRAME" val="{&quot;height&quot;:291.02196850393693,&quot;left&quot;:12.63976377952756,&quot;top&quot;:205.27937007874016,&quot;width&quot;:973.7102362204726}"/>
</p:tagLst>
</file>

<file path=ppt/tags/tag7.xml><?xml version="1.0" encoding="utf-8"?>
<p:tagLst xmlns:p="http://schemas.openxmlformats.org/presentationml/2006/main">
  <p:tag name="KSO_WM_DIAGRAM_VIRTUALLY_FRAME" val="{&quot;height&quot;:291.02196850393693,&quot;left&quot;:12.63976377952756,&quot;top&quot;:205.27937007874016,&quot;width&quot;:973.7102362204726}"/>
</p:tagLst>
</file>

<file path=ppt/tags/tag8.xml><?xml version="1.0" encoding="utf-8"?>
<p:tagLst xmlns:p="http://schemas.openxmlformats.org/presentationml/2006/main">
  <p:tag name="KSO_WM_DIAGRAM_VIRTUALLY_FRAME" val="{&quot;height&quot;:291.02196850393693,&quot;left&quot;:12.63976377952756,&quot;top&quot;:205.27937007874016,&quot;width&quot;:973.7102362204726}"/>
</p:tagLst>
</file>

<file path=ppt/tags/tag9.xml><?xml version="1.0" encoding="utf-8"?>
<p:tagLst xmlns:p="http://schemas.openxmlformats.org/presentationml/2006/main">
  <p:tag name="COMMONDATA" val="eyJoZGlkIjoiOTE1Y2YyOTVlZTI4NzNlOTk4MjYyMWEyMDRlOGRkMGIifQ=="/>
  <p:tag name="ISLIDE.GUIDESSETTING" val="{&quot;Id&quot;:null,&quot;Name&quot;:&quot;无&quot;,&quot;HeaderHeight&quot;:13.0,&quot;FooterHeight&quot;:1.7000000000000002,&quot;SideMargin&quot;:2.7,&quot;TopMargin&quot;:8.0,&quot;BottomMargin&quot;:7.7,&quot;IntervalMargin&quot;:0.30000000000000004,&quot;SettingType&quot;:&quot;System&quot;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yihl3sft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>
              <a:lumMod val="75000"/>
              <a:lumOff val="25000"/>
            </a:schemeClr>
          </a:solidFill>
          <a:prstDash val="sys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>
              <a:lumMod val="75000"/>
              <a:lumOff val="25000"/>
            </a:schemeClr>
          </a:solidFill>
          <a:prstDash val="sys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</Words>
  <Application>WPS 演示</Application>
  <PresentationFormat>宽屏</PresentationFormat>
  <Paragraphs>34</Paragraphs>
  <Slides>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</vt:lpstr>
      <vt:lpstr>等线</vt:lpstr>
      <vt:lpstr>Arial Unicode MS</vt:lpstr>
      <vt:lpstr>华文中宋</vt:lpstr>
      <vt:lpstr>Calibri</vt:lpstr>
      <vt:lpstr>思源黑体 CN Bold</vt:lpstr>
      <vt:lpstr>黑体</vt:lpstr>
      <vt:lpstr>Wingdings</vt:lpstr>
      <vt:lpstr>Times New Roman</vt:lpstr>
      <vt:lpstr>仿宋</vt:lpstr>
      <vt:lpstr>Calibri</vt:lpstr>
      <vt:lpstr>思源黑体 CN Bold</vt:lpstr>
      <vt:lpstr>Office 主题​​</vt:lpstr>
      <vt:lpstr>2_Office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A98</dc:creator>
  <cp:lastModifiedBy>－≡ Mr.Right ≡－</cp:lastModifiedBy>
  <cp:revision>3024</cp:revision>
  <dcterms:created xsi:type="dcterms:W3CDTF">2023-12-08T08:09:00Z</dcterms:created>
  <dcterms:modified xsi:type="dcterms:W3CDTF">2026-08-23T07:30:56Z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ACD0E41BEA4E433BAF722D03200F571B_13</vt:lpwstr>
  </property>
  <property fmtid="{D5CDD505-2E9C-101B-9397-08002B2CF9AE}" pid="3" name="KSOProductBuildVer">
    <vt:lpwstr>2052-12.1.0.28043</vt:lpwstr>
  </property>
</Properties>
</file>